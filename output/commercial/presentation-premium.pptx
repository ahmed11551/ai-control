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439bfa15a04bf1" /><Relationship Type="http://schemas.openxmlformats.org/officeDocument/2006/relationships/extended-properties" Target="/docProps/app.xml" Id="Rbabe41e67c0f4fd7" /><Relationship Type="http://schemas.openxmlformats.org/officeDocument/2006/relationships/officeDocument" Target="/ppt/presentation.xml" Id="R1b0ab0fd0480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68b5cca9e747bf"/>
  </p:sldMasterIdLst>
  <p:notesMasterIdLst>
    <p:notesMasterId xmlns:r="http://schemas.openxmlformats.org/officeDocument/2006/relationships" r:id="R82b99a24f1b746ae"/>
  </p:notesMasterIdLst>
  <p:sldIdLst>
    <p:sldId xmlns:r="http://schemas.openxmlformats.org/officeDocument/2006/relationships" id="256" r:id="R1ab36d01089e4b2a"/>
    <p:sldId xmlns:r="http://schemas.openxmlformats.org/officeDocument/2006/relationships" id="257" r:id="R4c13987d5f0d49b6"/>
    <p:sldId xmlns:r="http://schemas.openxmlformats.org/officeDocument/2006/relationships" id="258" r:id="R632effdf39084fb9"/>
    <p:sldId xmlns:r="http://schemas.openxmlformats.org/officeDocument/2006/relationships" id="259" r:id="R7f2eaa1d597e453e"/>
    <p:sldId xmlns:r="http://schemas.openxmlformats.org/officeDocument/2006/relationships" id="260" r:id="R3eecc23ef3e849f0"/>
    <p:sldId xmlns:r="http://schemas.openxmlformats.org/officeDocument/2006/relationships" id="261" r:id="R83f7bb401db745c5"/>
    <p:sldId xmlns:r="http://schemas.openxmlformats.org/officeDocument/2006/relationships" id="262" r:id="R790223f675b541df"/>
    <p:sldId xmlns:r="http://schemas.openxmlformats.org/officeDocument/2006/relationships" id="263" r:id="Rb75fddb2d76c4df3"/>
    <p:sldId xmlns:r="http://schemas.openxmlformats.org/officeDocument/2006/relationships" id="264" r:id="Re16e45575485449c"/>
    <p:sldId xmlns:r="http://schemas.openxmlformats.org/officeDocument/2006/relationships" id="265" r:id="Ra5c28e3716834afe"/>
    <p:sldId xmlns:r="http://schemas.openxmlformats.org/officeDocument/2006/relationships" id="266" r:id="R9e0aa4fba28145da"/>
    <p:sldId xmlns:r="http://schemas.openxmlformats.org/officeDocument/2006/relationships" id="267" r:id="Ra30e612ef40f4be7"/>
    <p:sldId xmlns:r="http://schemas.openxmlformats.org/officeDocument/2006/relationships" id="268" r:id="R36427d4ec4684312"/>
    <p:sldId xmlns:r="http://schemas.openxmlformats.org/officeDocument/2006/relationships" id="269" r:id="Rc84ca149a4bd4566"/>
    <p:sldId xmlns:r="http://schemas.openxmlformats.org/officeDocument/2006/relationships" id="270" r:id="R457cb9cb415448d7"/>
    <p:sldId xmlns:r="http://schemas.openxmlformats.org/officeDocument/2006/relationships" id="271" r:id="Rbe5cd408b6964e29"/>
    <p:sldId xmlns:r="http://schemas.openxmlformats.org/officeDocument/2006/relationships" id="272" r:id="Rd06127bd6711491e"/>
    <p:sldId xmlns:r="http://schemas.openxmlformats.org/officeDocument/2006/relationships" id="273" r:id="R87805cf897f64449"/>
    <p:sldId xmlns:r="http://schemas.openxmlformats.org/officeDocument/2006/relationships" id="274" r:id="R3133b345621f4ad0"/>
    <p:sldId xmlns:r="http://schemas.openxmlformats.org/officeDocument/2006/relationships" id="275" r:id="R635caada2c5c4e67"/>
    <p:sldId xmlns:r="http://schemas.openxmlformats.org/officeDocument/2006/relationships" id="276" r:id="Rc71099c310d045ba"/>
    <p:sldId xmlns:r="http://schemas.openxmlformats.org/officeDocument/2006/relationships" id="277" r:id="R40adde5f2b9f4174"/>
    <p:sldId xmlns:r="http://schemas.openxmlformats.org/officeDocument/2006/relationships" id="278" r:id="R31ca335ae6fb4c01"/>
    <p:sldId xmlns:r="http://schemas.openxmlformats.org/officeDocument/2006/relationships" id="279" r:id="R0c506a42111549d3"/>
    <p:sldId xmlns:r="http://schemas.openxmlformats.org/officeDocument/2006/relationships" id="280" r:id="R21cc0b37be324579"/>
    <p:sldId xmlns:r="http://schemas.openxmlformats.org/officeDocument/2006/relationships" id="281" r:id="Rff022d6b4d3d4888"/>
    <p:sldId xmlns:r="http://schemas.openxmlformats.org/officeDocument/2006/relationships" id="282" r:id="Rc4fc9db041184664"/>
    <p:sldId xmlns:r="http://schemas.openxmlformats.org/officeDocument/2006/relationships" id="283" r:id="Rbd7d06f0e89e4594"/>
    <p:sldId xmlns:r="http://schemas.openxmlformats.org/officeDocument/2006/relationships" id="284" r:id="Rf272249deed9488e"/>
    <p:sldId xmlns:r="http://schemas.openxmlformats.org/officeDocument/2006/relationships" id="285" r:id="Reafb30163c9a44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e2cbeccc864a0b" /><Relationship Type="http://schemas.openxmlformats.org/officeDocument/2006/relationships/slideMaster" Target="/ppt/slideMasters/slideMaster1.xml" Id="R4368b5cca9e747bf" /><Relationship Type="http://schemas.openxmlformats.org/officeDocument/2006/relationships/notesMaster" Target="/ppt/notesMasters/notesMaster1.xml" Id="R82b99a24f1b746ae" /><Relationship Type="http://schemas.openxmlformats.org/officeDocument/2006/relationships/presProps" Target="/ppt/presProps.xml" Id="Rbd577b30a5c64d4b" /><Relationship Type="http://schemas.openxmlformats.org/officeDocument/2006/relationships/tableStyles" Target="/ppt/tableStyles.xml" Id="Rc94d2dd1e1124824" /><Relationship Type="http://schemas.openxmlformats.org/officeDocument/2006/relationships/slide" Target="/ppt/slides/slide1.xml" Id="R1ab36d01089e4b2a" /><Relationship Type="http://schemas.openxmlformats.org/officeDocument/2006/relationships/slide" Target="/ppt/slides/slide2.xml" Id="R4c13987d5f0d49b6" /><Relationship Type="http://schemas.openxmlformats.org/officeDocument/2006/relationships/slide" Target="/ppt/slides/slide3.xml" Id="R632effdf39084fb9" /><Relationship Type="http://schemas.openxmlformats.org/officeDocument/2006/relationships/slide" Target="/ppt/slides/slide4.xml" Id="R7f2eaa1d597e453e" /><Relationship Type="http://schemas.openxmlformats.org/officeDocument/2006/relationships/slide" Target="/ppt/slides/slide5.xml" Id="R3eecc23ef3e849f0" /><Relationship Type="http://schemas.openxmlformats.org/officeDocument/2006/relationships/slide" Target="/ppt/slides/slide6.xml" Id="R83f7bb401db745c5" /><Relationship Type="http://schemas.openxmlformats.org/officeDocument/2006/relationships/slide" Target="/ppt/slides/slide7.xml" Id="R790223f675b541df" /><Relationship Type="http://schemas.openxmlformats.org/officeDocument/2006/relationships/slide" Target="/ppt/slides/slide8.xml" Id="Rb75fddb2d76c4df3" /><Relationship Type="http://schemas.openxmlformats.org/officeDocument/2006/relationships/slide" Target="/ppt/slides/slide9.xml" Id="Re16e45575485449c" /><Relationship Type="http://schemas.openxmlformats.org/officeDocument/2006/relationships/slide" Target="/ppt/slides/slide10.xml" Id="Ra5c28e3716834afe" /><Relationship Type="http://schemas.openxmlformats.org/officeDocument/2006/relationships/slide" Target="/ppt/slides/slide11.xml" Id="R9e0aa4fba28145da" /><Relationship Type="http://schemas.openxmlformats.org/officeDocument/2006/relationships/slide" Target="/ppt/slides/slide12.xml" Id="Ra30e612ef40f4be7" /><Relationship Type="http://schemas.openxmlformats.org/officeDocument/2006/relationships/slide" Target="/ppt/slides/slide13.xml" Id="R36427d4ec4684312" /><Relationship Type="http://schemas.openxmlformats.org/officeDocument/2006/relationships/slide" Target="/ppt/slides/slide14.xml" Id="Rc84ca149a4bd4566" /><Relationship Type="http://schemas.openxmlformats.org/officeDocument/2006/relationships/slide" Target="/ppt/slides/slide15.xml" Id="R457cb9cb415448d7" /><Relationship Type="http://schemas.openxmlformats.org/officeDocument/2006/relationships/slide" Target="/ppt/slides/slide16.xml" Id="Rbe5cd408b6964e29" /><Relationship Type="http://schemas.openxmlformats.org/officeDocument/2006/relationships/slide" Target="/ppt/slides/slide17.xml" Id="Rd06127bd6711491e" /><Relationship Type="http://schemas.openxmlformats.org/officeDocument/2006/relationships/slide" Target="/ppt/slides/slide18.xml" Id="R87805cf897f64449" /><Relationship Type="http://schemas.openxmlformats.org/officeDocument/2006/relationships/slide" Target="/ppt/slides/slide19.xml" Id="R3133b345621f4ad0" /><Relationship Type="http://schemas.openxmlformats.org/officeDocument/2006/relationships/slide" Target="/ppt/slides/slide20.xml" Id="R635caada2c5c4e67" /><Relationship Type="http://schemas.openxmlformats.org/officeDocument/2006/relationships/slide" Target="/ppt/slides/slide21.xml" Id="Rc71099c310d045ba" /><Relationship Type="http://schemas.openxmlformats.org/officeDocument/2006/relationships/slide" Target="/ppt/slides/slide22.xml" Id="R40adde5f2b9f4174" /><Relationship Type="http://schemas.openxmlformats.org/officeDocument/2006/relationships/slide" Target="/ppt/slides/slide23.xml" Id="R31ca335ae6fb4c01" /><Relationship Type="http://schemas.openxmlformats.org/officeDocument/2006/relationships/slide" Target="/ppt/slides/slide24.xml" Id="R0c506a42111549d3" /><Relationship Type="http://schemas.openxmlformats.org/officeDocument/2006/relationships/slide" Target="/ppt/slides/slide25.xml" Id="R21cc0b37be324579" /><Relationship Type="http://schemas.openxmlformats.org/officeDocument/2006/relationships/slide" Target="/ppt/slides/slide26.xml" Id="Rff022d6b4d3d4888" /><Relationship Type="http://schemas.openxmlformats.org/officeDocument/2006/relationships/slide" Target="/ppt/slides/slide27.xml" Id="Rc4fc9db041184664" /><Relationship Type="http://schemas.openxmlformats.org/officeDocument/2006/relationships/slide" Target="/ppt/slides/slide28.xml" Id="Rbd7d06f0e89e4594" /><Relationship Type="http://schemas.openxmlformats.org/officeDocument/2006/relationships/slide" Target="/ppt/slides/slide29.xml" Id="Rf272249deed9488e" /><Relationship Type="http://schemas.openxmlformats.org/officeDocument/2006/relationships/slide" Target="/ppt/slides/slide30.xml" Id="Reafb30163c9a44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0056f9d0df42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ea4ba0fe344aff" /><Relationship Type="http://schemas.openxmlformats.org/officeDocument/2006/relationships/notesMaster" Target="/ppt/notesMasters/notesMaster1.xml" Id="R6fbf6e7dc6b849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b1deb5ed6a4813" /><Relationship Type="http://schemas.openxmlformats.org/officeDocument/2006/relationships/notesMaster" Target="/ppt/notesMasters/notesMaster1.xml" Id="R670379d4689142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74e63ca8364894" /><Relationship Type="http://schemas.openxmlformats.org/officeDocument/2006/relationships/notesMaster" Target="/ppt/notesMasters/notesMaster1.xml" Id="R62871877d7c941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833d4013f14cd5" /><Relationship Type="http://schemas.openxmlformats.org/officeDocument/2006/relationships/notesMaster" Target="/ppt/notesMasters/notesMaster1.xml" Id="R9fb27c5e28ab40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1fc042463646f0" /><Relationship Type="http://schemas.openxmlformats.org/officeDocument/2006/relationships/notesMaster" Target="/ppt/notesMasters/notesMaster1.xml" Id="Raac4c4d528bb42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1956ba01904793" /><Relationship Type="http://schemas.openxmlformats.org/officeDocument/2006/relationships/notesMaster" Target="/ppt/notesMasters/notesMaster1.xml" Id="R6bfa518ec8ad4f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16c63a5778498d" /><Relationship Type="http://schemas.openxmlformats.org/officeDocument/2006/relationships/notesMaster" Target="/ppt/notesMasters/notesMaster1.xml" Id="R093767c260c449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ea7ba7cb05438a" /><Relationship Type="http://schemas.openxmlformats.org/officeDocument/2006/relationships/notesMaster" Target="/ppt/notesMasters/notesMaster1.xml" Id="Rb486d2a4d24f43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3f6245e9f749ae" /><Relationship Type="http://schemas.openxmlformats.org/officeDocument/2006/relationships/notesMaster" Target="/ppt/notesMasters/notesMaster1.xml" Id="Re1b649c3231b42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990e9a7a2d41ef" /><Relationship Type="http://schemas.openxmlformats.org/officeDocument/2006/relationships/notesMaster" Target="/ppt/notesMasters/notesMaster1.xml" Id="R3fb2a62a77ff4c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7cf58ef0c84d8b" /><Relationship Type="http://schemas.openxmlformats.org/officeDocument/2006/relationships/notesMaster" Target="/ppt/notesMasters/notesMaster1.xml" Id="R7f1aae94772d4c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3efcf5e0fe4b82" /><Relationship Type="http://schemas.openxmlformats.org/officeDocument/2006/relationships/notesMaster" Target="/ppt/notesMasters/notesMaster1.xml" Id="R6ebceff4ade543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c5a148bc7a486e" /><Relationship Type="http://schemas.openxmlformats.org/officeDocument/2006/relationships/notesMaster" Target="/ppt/notesMasters/notesMaster1.xml" Id="R26a0eef64d7645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712010cbde45ce" /><Relationship Type="http://schemas.openxmlformats.org/officeDocument/2006/relationships/notesMaster" Target="/ppt/notesMasters/notesMaster1.xml" Id="Rbe775d6f196d45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110b8c03f548ef" /><Relationship Type="http://schemas.openxmlformats.org/officeDocument/2006/relationships/notesMaster" Target="/ppt/notesMasters/notesMaster1.xml" Id="R0dce8d286c8144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ef8ad9926143ad" /><Relationship Type="http://schemas.openxmlformats.org/officeDocument/2006/relationships/notesMaster" Target="/ppt/notesMasters/notesMaster1.xml" Id="R6b187c0299f74f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34c8b53d85442d" /><Relationship Type="http://schemas.openxmlformats.org/officeDocument/2006/relationships/notesMaster" Target="/ppt/notesMasters/notesMaster1.xml" Id="R47a967c291f946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c9163e386b4120" /><Relationship Type="http://schemas.openxmlformats.org/officeDocument/2006/relationships/notesMaster" Target="/ppt/notesMasters/notesMaster1.xml" Id="R5027437d0f4540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1a103b955242fe" /><Relationship Type="http://schemas.openxmlformats.org/officeDocument/2006/relationships/notesMaster" Target="/ppt/notesMasters/notesMaster1.xml" Id="R868480687b1d44a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af1fc163494034" /><Relationship Type="http://schemas.openxmlformats.org/officeDocument/2006/relationships/notesMaster" Target="/ppt/notesMasters/notesMaster1.xml" Id="R29b1625ec24e45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0f6c2080324a82" /><Relationship Type="http://schemas.openxmlformats.org/officeDocument/2006/relationships/notesMaster" Target="/ppt/notesMasters/notesMaster1.xml" Id="R6a9a326a717b4da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06969b4c674a30" /><Relationship Type="http://schemas.openxmlformats.org/officeDocument/2006/relationships/notesMaster" Target="/ppt/notesMasters/notesMaster1.xml" Id="R579232b70c1147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993421dbc741dc" /><Relationship Type="http://schemas.openxmlformats.org/officeDocument/2006/relationships/notesMaster" Target="/ppt/notesMasters/notesMaster1.xml" Id="Rc741af1d670a4c1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3780e0e6a34a03" /><Relationship Type="http://schemas.openxmlformats.org/officeDocument/2006/relationships/notesMaster" Target="/ppt/notesMasters/notesMaster1.xml" Id="R9020e9a6120c4eb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22ddf98c4184810" /><Relationship Type="http://schemas.openxmlformats.org/officeDocument/2006/relationships/notesMaster" Target="/ppt/notesMasters/notesMaster1.xml" Id="Rb7cf369e6f1840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060a6f8f8494ac9" /><Relationship Type="http://schemas.openxmlformats.org/officeDocument/2006/relationships/notesMaster" Target="/ppt/notesMasters/notesMaster1.xml" Id="R948994bd321b40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ae1ed8d1b334ab8" /><Relationship Type="http://schemas.openxmlformats.org/officeDocument/2006/relationships/notesMaster" Target="/ppt/notesMasters/notesMaster1.xml" Id="R144988f9ab9844c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55af5bf48e4449f" /><Relationship Type="http://schemas.openxmlformats.org/officeDocument/2006/relationships/notesMaster" Target="/ppt/notesMasters/notesMaster1.xml" Id="R6abb8d92037e46b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ba9bc4044b743ee" /><Relationship Type="http://schemas.openxmlformats.org/officeDocument/2006/relationships/notesMaster" Target="/ppt/notesMasters/notesMaster1.xml" Id="R69d43db34ed04ae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b43e48df38745a3" /><Relationship Type="http://schemas.openxmlformats.org/officeDocument/2006/relationships/notesMaster" Target="/ppt/notesMasters/notesMaster1.xml" Id="R131832bad4d4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01cd250e346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93cdb848014cd4" /><Relationship Type="http://schemas.openxmlformats.org/officeDocument/2006/relationships/slideLayout" Target="/ppt/slideLayouts/slideLayout1.xml" Id="R54e312c0695c42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e312c0695c42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f2532839849f7" /><Relationship Type="http://schemas.openxmlformats.org/officeDocument/2006/relationships/notesSlide" Target="/ppt/notesSlides/notesSlide1.xml" Id="R3ed15ca8ca704c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452cd33694c07" /><Relationship Type="http://schemas.openxmlformats.org/officeDocument/2006/relationships/notesSlide" Target="/ppt/notesSlides/notesSlide2.xml" Id="R694e091ae97142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eceebcecf491d" /><Relationship Type="http://schemas.openxmlformats.org/officeDocument/2006/relationships/notesSlide" Target="/ppt/notesSlides/notesSlide3.xml" Id="R6970f5ddec394e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4a80fd0d84baa" /><Relationship Type="http://schemas.openxmlformats.org/officeDocument/2006/relationships/notesSlide" Target="/ppt/notesSlides/notesSlide4.xml" Id="R75708f287c3446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02a37c7cb4b4b" /><Relationship Type="http://schemas.openxmlformats.org/officeDocument/2006/relationships/notesSlide" Target="/ppt/notesSlides/notesSlide5.xml" Id="R4a06cb00d0db48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7f70452fe4106" /><Relationship Type="http://schemas.openxmlformats.org/officeDocument/2006/relationships/notesSlide" Target="/ppt/notesSlides/notesSlide6.xml" Id="R8b837cf3514d4c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679e34fc043ab" /><Relationship Type="http://schemas.openxmlformats.org/officeDocument/2006/relationships/image" Target="/ppt/media/image.jpeg" Id="Rf4b8a29e5f9a4d2f" /><Relationship Type="http://schemas.openxmlformats.org/officeDocument/2006/relationships/notesSlide" Target="/ppt/notesSlides/notesSlide7.xml" Id="R87c89d4d89e546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c327271d44710" /><Relationship Type="http://schemas.openxmlformats.org/officeDocument/2006/relationships/image" Target="/ppt/media/image2.jpeg" Id="Re29a91ef8ee7452f" /><Relationship Type="http://schemas.openxmlformats.org/officeDocument/2006/relationships/notesSlide" Target="/ppt/notesSlides/notesSlide8.xml" Id="R3f27890087db49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c1077c5524086" /><Relationship Type="http://schemas.openxmlformats.org/officeDocument/2006/relationships/image" Target="/ppt/media/image3.jpeg" Id="Rfdf0f1e885f144d8" /><Relationship Type="http://schemas.openxmlformats.org/officeDocument/2006/relationships/notesSlide" Target="/ppt/notesSlides/notesSlide9.xml" Id="R2d5bd22e56f34d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69d0c30a346d3" /><Relationship Type="http://schemas.openxmlformats.org/officeDocument/2006/relationships/image" Target="/ppt/media/image4.jpeg" Id="R8526c02a697242a6" /><Relationship Type="http://schemas.openxmlformats.org/officeDocument/2006/relationships/notesSlide" Target="/ppt/notesSlides/notesSlide10.xml" Id="R4ab20508fb0342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6baf066fe4c89" /><Relationship Type="http://schemas.openxmlformats.org/officeDocument/2006/relationships/image" Target="/ppt/media/image5.jpeg" Id="Rd0a17216aea14706" /><Relationship Type="http://schemas.openxmlformats.org/officeDocument/2006/relationships/notesSlide" Target="/ppt/notesSlides/notesSlide11.xml" Id="R0c95a7aec7f244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e1ef16df8482a" /><Relationship Type="http://schemas.openxmlformats.org/officeDocument/2006/relationships/image" Target="/ppt/media/image6.jpeg" Id="R8be3efedca0444f9" /><Relationship Type="http://schemas.openxmlformats.org/officeDocument/2006/relationships/notesSlide" Target="/ppt/notesSlides/notesSlide12.xml" Id="Rc570c9e474b74d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86cd7bcb145cd" /><Relationship Type="http://schemas.openxmlformats.org/officeDocument/2006/relationships/notesSlide" Target="/ppt/notesSlides/notesSlide13.xml" Id="Rfe6936a5083949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3aeaa07e849d2" /><Relationship Type="http://schemas.openxmlformats.org/officeDocument/2006/relationships/notesSlide" Target="/ppt/notesSlides/notesSlide14.xml" Id="R11d9029b2d4940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4810aeb5b4566" /><Relationship Type="http://schemas.openxmlformats.org/officeDocument/2006/relationships/notesSlide" Target="/ppt/notesSlides/notesSlide15.xml" Id="R2901c355333047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0659ef5e24295" /><Relationship Type="http://schemas.openxmlformats.org/officeDocument/2006/relationships/image" Target="/ppt/media/image7.jpeg" Id="R27792f7829d046c9" /><Relationship Type="http://schemas.openxmlformats.org/officeDocument/2006/relationships/notesSlide" Target="/ppt/notesSlides/notesSlide16.xml" Id="R9039cc29bde749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38a362a4f4e9a" /><Relationship Type="http://schemas.openxmlformats.org/officeDocument/2006/relationships/image" Target="/ppt/media/image8.jpeg" Id="Rf2919c635e344ce4" /><Relationship Type="http://schemas.openxmlformats.org/officeDocument/2006/relationships/notesSlide" Target="/ppt/notesSlides/notesSlide17.xml" Id="R71a44c5bcdd942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2f790bd9947a2" /><Relationship Type="http://schemas.openxmlformats.org/officeDocument/2006/relationships/image" Target="/ppt/media/image9.jpeg" Id="R64546b8c33f544bd" /><Relationship Type="http://schemas.openxmlformats.org/officeDocument/2006/relationships/notesSlide" Target="/ppt/notesSlides/notesSlide18.xml" Id="R9561b320d1dc41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42cf34eaf449d" /><Relationship Type="http://schemas.openxmlformats.org/officeDocument/2006/relationships/image" Target="/ppt/media/image10.jpeg" Id="R8e495c3f9fce4221" /><Relationship Type="http://schemas.openxmlformats.org/officeDocument/2006/relationships/notesSlide" Target="/ppt/notesSlides/notesSlide19.xml" Id="R8d898119939a47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0fe58dc274f0c" /><Relationship Type="http://schemas.openxmlformats.org/officeDocument/2006/relationships/image" Target="/ppt/media/image11.jpeg" Id="Rf650bae7bf8b40fe" /><Relationship Type="http://schemas.openxmlformats.org/officeDocument/2006/relationships/notesSlide" Target="/ppt/notesSlides/notesSlide20.xml" Id="R0d8e8bc105df40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580507c2b4147" /><Relationship Type="http://schemas.openxmlformats.org/officeDocument/2006/relationships/image" Target="/ppt/media/image12.jpeg" Id="R7d2b957ff76f460f" /><Relationship Type="http://schemas.openxmlformats.org/officeDocument/2006/relationships/notesSlide" Target="/ppt/notesSlides/notesSlide21.xml" Id="R5ab7fc39610d43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00161809c4aaa" /><Relationship Type="http://schemas.openxmlformats.org/officeDocument/2006/relationships/image" Target="/ppt/media/image13.jpeg" Id="Rcd5c5e9f1a3b49a4" /><Relationship Type="http://schemas.openxmlformats.org/officeDocument/2006/relationships/notesSlide" Target="/ppt/notesSlides/notesSlide22.xml" Id="R83f851fb0ebf40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c72bf8beb4c0c" /><Relationship Type="http://schemas.openxmlformats.org/officeDocument/2006/relationships/image" Target="/ppt/media/image14.jpeg" Id="Rf4dd85145aa34460" /><Relationship Type="http://schemas.openxmlformats.org/officeDocument/2006/relationships/notesSlide" Target="/ppt/notesSlides/notesSlide23.xml" Id="R7bdf44601db946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4e94688164ceb" /><Relationship Type="http://schemas.openxmlformats.org/officeDocument/2006/relationships/image" Target="/ppt/media/image15.jpeg" Id="R102f78376f094b65" /><Relationship Type="http://schemas.openxmlformats.org/officeDocument/2006/relationships/notesSlide" Target="/ppt/notesSlides/notesSlide24.xml" Id="R95aecca68cb3495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63c6f645947c2" /><Relationship Type="http://schemas.openxmlformats.org/officeDocument/2006/relationships/image" Target="/ppt/media/image16.jpeg" Id="R7cc1d4bbc22b40d1" /><Relationship Type="http://schemas.openxmlformats.org/officeDocument/2006/relationships/notesSlide" Target="/ppt/notesSlides/notesSlide25.xml" Id="Rcb6b4c65fe34410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e0f387b434409" /><Relationship Type="http://schemas.openxmlformats.org/officeDocument/2006/relationships/notesSlide" Target="/ppt/notesSlides/notesSlide26.xml" Id="R3e7a0902bdd848a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e8639c5d0468f" /><Relationship Type="http://schemas.openxmlformats.org/officeDocument/2006/relationships/notesSlide" Target="/ppt/notesSlides/notesSlide27.xml" Id="Rf2b0820d932e485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aa827de2442f2" /><Relationship Type="http://schemas.openxmlformats.org/officeDocument/2006/relationships/notesSlide" Target="/ppt/notesSlides/notesSlide28.xml" Id="Ra14b014a5e564cf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711fd45a94cf1" /><Relationship Type="http://schemas.openxmlformats.org/officeDocument/2006/relationships/notesSlide" Target="/ppt/notesSlides/notesSlide29.xml" Id="Rf967880ebfba4e1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dc856ced749fe" /><Relationship Type="http://schemas.openxmlformats.org/officeDocument/2006/relationships/notesSlide" Target="/ppt/notesSlides/notesSlide30.xml" Id="Rc84db87068344e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D28BF-7402-4EF6-977F-BA0A7074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ООО «Конструкция Решений»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EE1E8-DFB3-4F68-87E4-88EBC5E8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Конструкция</a:t>
            </a:r>
          </a:p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17E0F-AB87-4AEC-94C5-5031E49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Разработка программного обеспечения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бизнеса и государственных организаций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FD133-16EC-44D1-A043-6CB23D7A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0763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429E9-5880-4CFC-9B4C-9323E6FE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Команда полного цикла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FDBEA-FB3F-4D0E-841A-E08213AB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12 лет опыта команды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351AF-2F34-4FFC-8CAD-17FD8417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6 специалистов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93CE9-D3BA-4D68-BB05-1DEE3F87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Тимлид, frontend- и backend-разработчики, DevOps, дизайнер и специалист по продажам.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13289-F30D-474C-B4E6-3B14D808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Единая команда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6EA6E-ACC1-40FC-8C90-B121C9FB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От анализа процессов и проектирования интерфейса до внедрения и сопровождения.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C45D8-10EC-4AD8-92E0-A895F84A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ООО «Конструкция Решений»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86A1C-281C-4EF2-8687-4BD08B9C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0436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409EC-8800-433A-A126-EA2D7ECB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Направления разработки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B40CC-B418-4473-8CB0-12040B87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CRM и ERP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B16C3-FBE2-40AE-B71A-053D9565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Заявки, продажи, склад, касса, KPI и управленческая аналитика.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7508-2087-4D03-A4A9-33C4B263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SaaS-платформы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99585-02FD-4B25-86B3-81770545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Несколько организаций, филиалы, разграничение доступа.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1088B-69DB-413A-98C5-43003F07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Интеграции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0AE81-888B-49CE-A588-F113069D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1С, телефония, почта, сайты и платёжные системы.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598D6-22C4-4A2A-8997-FE943AE7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Обучение и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ABD1B-2431-4751-A798-B3848C90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Образовательные приложения, чат-боты и AI/ML под задачи заказчика.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503A8-0911-497E-B873-AD7DA52A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5454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741A6-CFF2-499E-B359-25F86565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CRM для промышленного холдинга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6EEE5-CDB2-468F-A9BF-0E1ACF34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Единая среда обработки входящих заявок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B56FD-2580-4EDD-9F56-AD602203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Задача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FF46D-383F-4D5D-886A-C4D4087A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Организовать работу в изолированном контуре и автоматизировать распределение обращений.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29813-4A6C-447E-B0FE-1D46D359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951C3-79A3-4253-84EA-DE660DA7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Собственная CRM с интеграциями телефонии, почты и сайта. Распределение по отделам, руководителям и менеджерам.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04D9B-B97D-43AD-AA64-20F6F80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Python / Django, React, PostgreSQL, Redis, WebSocket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49DDD-8185-4537-AD42-564260AA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2382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182EC-9100-4746-8AAF-4642C64B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Рабочие процессы в одной системе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48F6C-11A0-4FF0-814A-5D34184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Обращения и коммуникации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90353-1CD0-4724-918D-898E708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Софтфон, журнал звонков, транскрипты и единый интерфейс диалогов.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42F4B-5ABF-433F-A0FB-621D4C90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Управление работой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E07EA-7A32-4D57-8895-FDB367DE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Канбан, календарь, сроки, диаграмма Ганта и обсуждения задач.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175BB-709F-4AB6-899B-0118AC80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Найм и аналитика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578A6-3A8A-4F3D-AF66-D0EA1511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Воронка кандидатов, отчёты по менеджерам, отделам и источникам.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8E830-5286-4F8F-8867-1E70C941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Контроль 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CF27D-879A-4EB1-9ED7-CD26AB0B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Ограничения доступа по IP и проверка сообщений по правилам AI Control / DLP.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AD7BD-20FA-4DF1-A8AD-A55A5C75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Собственная разработка с интерфейсом, вдохновлённым UX Битрикс24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B98C3-3C7E-42CE-B7C5-3CE7827F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6922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1F611-8679-47E0-B116-83AEC6E7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Контроль доступа 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131A0-05C0-4EF8-80F3-990657DF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Защита на нескольких уровнях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4B11D-2C98-49A1-899B-4574B556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Доступ к системе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9EAED-29E3-4154-B0C3-840FF013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Ограничения по IP дополняют авторизацию и правила доступа сотрудников.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26F34-FA8C-42B4-B149-1720A87F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Контроль сообщений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AD180-789B-4248-8FE2-A1420B0C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Локальный модуль проверяет чувствительные данные, внешние ссылки и запрещённые фразы.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580E6-209F-41C9-AC74-8E110A20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В проекте предусмотрены шифрование и контроль защищённости. Конкретный состав средств защиты определяется требованиями контура.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86F8B-A026-41AB-B697-D864024C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4161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B4BD3-D1B6-4A1A-94C7-E45E0C8D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Промышленная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37EF9-FC8F-4CB4-8A24-8999E8DC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Воронка адаптации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8a29e5f9a4d2f"/>
          <a:stretch xmlns:a="http://schemas.openxmlformats.org/drawingml/2006/main"/>
        </p:blipFill>
        <p:spPr>
          <a:xfrm xmlns:a="http://schemas.openxmlformats.org/drawingml/2006/main">
            <a:off x="2339633" y="1562100"/>
            <a:ext cx="7512733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BA959-05DD-443A-9680-690A0254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7C369-39BF-4C95-8B1A-6DFF8F71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2489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FE698-2252-4289-803A-11A6B2E2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Промышленная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D897C-8CFB-41C9-8F97-B293F319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Распределение заявок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a91ef8ee7452f"/>
          <a:stretch xmlns:a="http://schemas.openxmlformats.org/drawingml/2006/main"/>
        </p:blipFill>
        <p:spPr>
          <a:xfrm xmlns:a="http://schemas.openxmlformats.org/drawingml/2006/main">
            <a:off x="2339633" y="1562100"/>
            <a:ext cx="7512733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DDCFD-45FA-4E75-B835-ACF80931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E182B-08F8-42F2-9EDF-108F5F3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262719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AC535-C963-4AFB-9D8A-6E549EDD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Промышленная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11AB2-9426-4E88-8B1A-0009A0C8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Мессенджер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0f1e885f144d8"/>
          <a:stretch xmlns:a="http://schemas.openxmlformats.org/drawingml/2006/main"/>
        </p:blipFill>
        <p:spPr>
          <a:xfrm xmlns:a="http://schemas.openxmlformats.org/drawingml/2006/main">
            <a:off x="2339633" y="1562100"/>
            <a:ext cx="7512733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8CFAF-6C74-4A0E-AE2F-49F8AAF3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8930D-FA73-4236-BA6F-2CC277DE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79330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F21F2-E2CD-4BC4-8541-74D072B7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Промышленная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32B7D-F0FD-419A-9485-F0766AEC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6c02a697242a6"/>
          <a:stretch xmlns:a="http://schemas.openxmlformats.org/drawingml/2006/main"/>
        </p:blipFill>
        <p:spPr>
          <a:xfrm xmlns:a="http://schemas.openxmlformats.org/drawingml/2006/main">
            <a:off x="2590989" y="1562100"/>
            <a:ext cx="7010022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672DD-6A49-453F-8C89-6ABB039A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9F344-0F52-442F-9AF1-A16461E8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608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F452F-92E6-48E0-A451-DCF98B6D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Промышленная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3A978-4801-4BB2-BA1B-75BC99E7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Доступ по IP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17216aea14706"/>
          <a:stretch xmlns:a="http://schemas.openxmlformats.org/drawingml/2006/main"/>
        </p:blipFill>
        <p:spPr>
          <a:xfrm xmlns:a="http://schemas.openxmlformats.org/drawingml/2006/main">
            <a:off x="2590989" y="1562100"/>
            <a:ext cx="7010022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2635F-9971-4C4B-B3CB-AC44CD9A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50BDB-3C9E-4645-8180-31E821D6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49086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B7AB8-2F4B-4B06-A1D9-F921A2D2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Промышленная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B591A-D7A5-4F64-9829-DF305326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Control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3efedca0444f9"/>
          <a:stretch xmlns:a="http://schemas.openxmlformats.org/drawingml/2006/main"/>
        </p:blipFill>
        <p:spPr>
          <a:xfrm xmlns:a="http://schemas.openxmlformats.org/drawingml/2006/main">
            <a:off x="2590989" y="1562100"/>
            <a:ext cx="7010022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3F52B-4C3F-4B19-8F49-54A7A46C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749B8-4699-4E6B-B981-891788D2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596219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A852D-9751-4D43-85F4-38B1A663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Образовательное приложение МГИМО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249EE-4D9A-4DEF-938E-79F390D8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Английский и испанский в контексте</a:t>
            </a:r>
          </a:p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международных отношений и дипломатии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B2277-88BC-4620-B8F1-502D1E7C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Учебные сценарии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4DB1E-1F70-47DA-A36D-E16E1A5A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Флэш-карты, выбор перевода, сборка слова, аудирование и проверка произношения через микрофон.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AC49C-291F-40D0-A250-AB2E2DAF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Вовлечение студентов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DED27-1909-42A2-9B0E-29325A41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Тематические модули, XP, уровни, серия дней, дневная цель и прогресс. Интерфейс на русском и английском.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8DA35-9E4C-4934-A75D-9614DC37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80 студентов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F4231-F31A-4B28-8465-D10E6BDD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1495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зарегистрировались и начали обучение при тестовом запуске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853D5-883B-4020-A2A4-AC5AC8BC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Python, React, TypeScript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3E1B5-F583-49EA-8535-99284F0B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831076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B32F0-A615-4C4A-BF38-8383CA0E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830DF-7848-45CD-82F3-4803F3FE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Заказ от входящего лида до акта</a:t>
            </a:r>
          </a:p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7F75"/>
                </a:solidFill>
                <a:latin typeface="Arial"/>
                <a:ea typeface="Arial"/>
                <a:cs typeface="Arial"/>
              </a:rPr>
              <a:t>приёмки-передачи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55879-1397-4422-8370-D1F7B520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Операционный контур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6DA48-AD64-439C-9C0C-5EBFFB85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CRM, заказы, реестр автомобилей, склад с FIFO, закупки, инвентаризация и перемещения.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0FDC4-E59C-4109-81DA-F7E1A815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Финансовый контур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2D9F8-43CF-4605-BCEF-622E3981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POS, смены, скидки, несколько способов оплаты, выработка мастеров и правила мотивации.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ED232-119F-415A-9181-E59E1818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Python / Django, React, PostgreSQL, Redis, WebSocket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52E96-31D9-498C-9EEB-6507CD5E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590478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E4425-E2AD-4443-8632-77C58573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Архитектура SaaS-платформы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35E2D-3A66-49FE-994A-2D385F5D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Организации и филиалы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F2B87-1DBC-4EDE-8925-B400ABB5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Мультитенантность, RLS, роли и права доступа.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71BC9-649E-453B-9A31-D5ED0B1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Интеграция с 1С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FAFF9-75BA-46C5-BB03-E4A0500B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Обмен через CommerceML, настройки и журнал синхронизации.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E04F9-9AD8-4843-8A0E-1781F640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Контроль операций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E685E-7213-47D2-89E0-427BA160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Аудит действий с фильтрами по пользователю, сущности и 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4560D-698B-47AE-B15A-28BCC5AC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Дополнительные модули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86A5D-A86E-4653-876D-18CEEAA2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Экран очереди с обновлением через WebSocket и калькулятор ROI.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6CADD-3ED0-48FE-AD89-2D94D3E2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Результат: готовая платформа с демо-стендом и возможностью подключения новых организаций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1B977-F2E6-4C51-93FA-031535F6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812932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C76CD-3351-42B2-A57D-B29CA740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A3D43-1A50-49E8-93CF-53C051DA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Дашборд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92f7829d046c9"/>
          <a:stretch xmlns:a="http://schemas.openxmlformats.org/drawingml/2006/main"/>
        </p:blipFill>
        <p:spPr>
          <a:xfrm xmlns:a="http://schemas.openxmlformats.org/drawingml/2006/main">
            <a:off x="1697020" y="1562100"/>
            <a:ext cx="879796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844EF-5316-450C-90DD-E79FCD70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6B696-4EA7-48E0-A178-BD15E24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730849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6BB5D-F2A2-40B9-87DC-B41C3991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96636-6B64-4DBF-B35A-D4051E6E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Заказы и продажи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19c635e344ce4"/>
          <a:stretch xmlns:a="http://schemas.openxmlformats.org/drawingml/2006/main"/>
        </p:blipFill>
        <p:spPr>
          <a:xfrm xmlns:a="http://schemas.openxmlformats.org/drawingml/2006/main">
            <a:off x="1697020" y="1562100"/>
            <a:ext cx="879796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3B803-A030-4F8A-99E5-E44A19EE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D5EAB-1CD9-4591-9779-7FAF6EF7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436190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5B923-4DF8-486E-AE9A-A5B85533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D70AA-20BF-4D2C-A20C-CDCEA824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46b8c33f544bd"/>
          <a:stretch xmlns:a="http://schemas.openxmlformats.org/drawingml/2006/main"/>
        </p:blipFill>
        <p:spPr>
          <a:xfrm xmlns:a="http://schemas.openxmlformats.org/drawingml/2006/main">
            <a:off x="1697020" y="1562100"/>
            <a:ext cx="879796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86BE8-7064-4E4D-B19D-A5DA9CB0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C19BC-0C51-419B-8FD6-A9FE0B39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537625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5AB81-C8E2-45A6-9E89-14A68FE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7BDDC-6E79-4920-B27C-D3632F7A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Склад и остатки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95c3f9fce4221"/>
          <a:stretch xmlns:a="http://schemas.openxmlformats.org/drawingml/2006/main"/>
        </p:blipFill>
        <p:spPr>
          <a:xfrm xmlns:a="http://schemas.openxmlformats.org/drawingml/2006/main">
            <a:off x="1697020" y="1562100"/>
            <a:ext cx="879796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ECDE4-6C80-4262-8D30-EE1A9D4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2B3A0-4078-417D-81E6-1ACC1052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70416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A4343-D749-4B48-9917-541A90D9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BFE17-8E2F-488B-8E52-D4B64741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 терминал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0bae7bf8b40fe"/>
          <a:stretch xmlns:a="http://schemas.openxmlformats.org/drawingml/2006/main"/>
        </p:blipFill>
        <p:spPr>
          <a:xfrm xmlns:a="http://schemas.openxmlformats.org/drawingml/2006/main">
            <a:off x="1697020" y="1562100"/>
            <a:ext cx="879796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EA1B7-C0FC-435D-82A9-B3D107D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E2D36-53CF-4B02-8D0C-11957AED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294274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5B20F-B39D-4287-BB05-456F125C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0ABC7-EA07-40C3-82CE-5037C213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Выработка и KPI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b957ff76f460f"/>
          <a:stretch xmlns:a="http://schemas.openxmlformats.org/drawingml/2006/main"/>
        </p:blipFill>
        <p:spPr>
          <a:xfrm xmlns:a="http://schemas.openxmlformats.org/drawingml/2006/main">
            <a:off x="1697020" y="1562100"/>
            <a:ext cx="879796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67F52-8A25-40C9-8E2F-8DCCA06E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312E9-1339-48F4-9F29-575C7634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32379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59153-7259-47C1-AA81-B1C6372E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B71B1-F0A9-43D1-8B29-3AFC8BEF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Интеграция 1С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c5e9f1a3b49a4"/>
          <a:stretch xmlns:a="http://schemas.openxmlformats.org/drawingml/2006/main"/>
        </p:blipFill>
        <p:spPr>
          <a:xfrm xmlns:a="http://schemas.openxmlformats.org/drawingml/2006/main">
            <a:off x="1697020" y="1562100"/>
            <a:ext cx="879796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16BC6-4555-449B-A4B1-33BE0F9C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EB20C-03C4-4556-B854-0083585C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024603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943AD-6136-4853-860E-F9786910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3B269-59D4-4C16-8FF6-F40CFACC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Аудит действий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d85145aa34460"/>
          <a:stretch xmlns:a="http://schemas.openxmlformats.org/drawingml/2006/main"/>
        </p:blipFill>
        <p:spPr>
          <a:xfrm xmlns:a="http://schemas.openxmlformats.org/drawingml/2006/main">
            <a:off x="1697020" y="1562100"/>
            <a:ext cx="879796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5EE7F-1E03-44B5-9C6C-1CA0AD9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4BD83-C73D-4827-A6F5-E119F975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410119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EB89E-41BD-4801-B798-85A10EA5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9E9D9-2F6D-4788-ABAC-E147F44E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Экран очереди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f78376f094b65"/>
          <a:stretch xmlns:a="http://schemas.openxmlformats.org/drawingml/2006/main"/>
        </p:blipFill>
        <p:spPr>
          <a:xfrm xmlns:a="http://schemas.openxmlformats.org/drawingml/2006/main">
            <a:off x="1697020" y="1562100"/>
            <a:ext cx="879796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A04C2-CEBF-4356-952C-8524BF4F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B674B-978D-445F-9041-835E3EF4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988404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D6978-62DA-40BA-8F8F-ECF2FCE6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82E7A-1844-4726-A1E6-97CE320A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Калькулятор ROI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1d4bbc22b40d1"/>
          <a:stretch xmlns:a="http://schemas.openxmlformats.org/drawingml/2006/main"/>
        </p:blipFill>
        <p:spPr>
          <a:xfrm xmlns:a="http://schemas.openxmlformats.org/drawingml/2006/main">
            <a:off x="1697020" y="1562100"/>
            <a:ext cx="879796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2EA2F-92DA-4E2B-9EE8-BBB6412F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5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5D2"/>
                </a:solidFill>
                <a:latin typeface="Arial"/>
                <a:ea typeface="Arial"/>
                <a:cs typeface="Arial"/>
              </a:rPr>
              <a:t>Демонстрация интерфейса. Значения на экране не являются результатами внедрения.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6D033-608F-4933-9690-6C876DE6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623203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CC82C-2BBA-4024-BD0C-BC8C9851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Другие проекты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C6920-427D-45BA-8120-29985CF8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Инвестиционная карта ЧР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BDEFD-E7BF-4204-B881-1F1723C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Сайт с интерактивной картой инвестиционных возможностей для Минэкономразвития и торговли Чеченской Республики.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7B616-EDF1-442A-A4DE-7DA19FC6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Машэнергопром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11447-F0F3-42B4-B4D6-6835507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Корпоративный сайт для компании в сфере машиностроения и энергетики.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E186D-B28B-4448-B0B6-5228C02A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Здравоохранение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1019B-888C-4860-96F8-CE21B93B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Система учёта пациентов и записи через интерактивный терминал.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FE003-9D53-43FD-A0B9-6487A1B4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Яндекс Карты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489C3-3358-4544-82EE-08520F0A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Модуль отзывов с геолокацией для работы с картами.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89F84-50B4-44FB-AE56-697DBEF8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045379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E691E-1958-4F41-A3AA-9936DE76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Организация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6555B-9FF9-40B2-891C-FDC39F19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01  Анализ и оценка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38C0F-CBA1-4CBB-BE34-82DB21F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Обсуждаем процессы, пользователей, интеграции и ограничения.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9A4C0-82B9-407C-BF23-5141E772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02  Согласование этапов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DFF36-08EC-4B88-A2CB-E9790D73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Фиксируем объём, результаты, критерии приёмки, стоимость и сроки.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D4218-7F04-4B8B-B03D-62C16370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03  Разработка и приёмка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C2592-43A7-4DB7-B3FE-5F741B9F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Демонстрируем результат этапа, проводим проверку и принимаем обратную связь.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4374F-5D8A-4F42-AB13-35788278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04  Внедрение и развитие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A3AEE-5D7A-41C1-A0D4-C5A98BE1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Согласовываем запуск, сопровождение и дальнейшие изменения.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480A9-8D08-4AFB-8004-9AB7AB43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Поэтапная оплата: выполнение этапа, приёмка, оплата, следующий 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C6F12-5855-4382-947B-4BB3E3DC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724893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305A1-6C05-41D0-A988-D2EE2225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Реквизиты компании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DDFD4-AAE0-470B-A2E5-ACBC329E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Полное наименование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737F5-51BB-403C-8B91-D2782811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335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Общество с ограниченной ответственностью «Конструкция Решений»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1B1F5-EAE9-4EF3-982E-1CD306A5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FBCAF-5E7B-4927-B722-4CB836C7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574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2010013771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CD49A-0C40-46F2-B54E-5BA4DD40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КПП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342B1-C889-4FF9-B8D1-8F4BAB22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813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201001001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A9C79-24C3-4057-8237-F24B4DE4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ОГРН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781E2-B30F-4F05-96F4-E27FBCAE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052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1262000003473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8E47A-524C-428C-B519-D63E2E13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Юридический адрес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4D00F-B594-4EE5-B284-EDCA524A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29125"/>
            <a:ext cx="733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366523, Россия, Чеченская Республика, м.р-н Урус-Мартановский, г.п. Урус-Мартановское, г. Урус-Мартан, ул. С-Э.М.Асхабова, д. 1А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1D964-18D4-4C25-BAC5-838CB8DE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043351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F0D73-DE41-45ED-94B9-6DF6D2B3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Банковские реквизиты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BCEC3-AF52-4D3C-8966-0244679D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Банк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12CE5-4B44-4B15-82DA-638B8B6B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335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АО «ТБанк»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81790-50E9-4D18-B9CF-40E0008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Расчётный счёт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270B9-3935-4D71-95D3-464CBC23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574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40702810110002123198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F2ADB-BDA3-48D8-90BD-4812085D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БИК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C13E9-3B38-426A-8FF3-40FAACC4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813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044525974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498A3-D221-4922-A969-E9D5342A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ИНН банка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348B0-492F-4198-AEC5-AFD26CD4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052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7710140679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EA780-CDD1-4CBB-9D6D-4142EB50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Корреспондентский счёт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D2904-AB80-4F82-A5BE-8E401CC1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291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30101810145250000974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19BE2-A5D1-4299-AD19-601529AC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F75"/>
                </a:solidFill>
                <a:latin typeface="Arial"/>
                <a:ea typeface="Arial"/>
                <a:cs typeface="Arial"/>
              </a:rPr>
              <a:t>Юридический адрес банка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3CA37-A5F0-4070-9912-C14B8AE9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5302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127287, г. Москва, ул. Хуторская 2-я, д. 38А, стр. 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48D9C-6DC6-46DC-8A49-74EE31A8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120940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DB154-1231-4D7E-9B88-F725F250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ООО «Конструкция Решений»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01985-52BA-4329-808F-3D96E4FD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Обсудим вашу задачу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4CDC8-A81F-4C2E-A26D-91D129D6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оценки проекта нужны описание процессов,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состав пользователей и список интеграций.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7530A-54AB-4300-BE96-10B5D1C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Подготовим предложение с составом работ,</a:t>
            </a:r>
          </a:p>
          <a:p xmlns:a="http://schemas.openxmlformats.org/drawingml/2006/main">
            <a:pPr>
              <a:defRPr sz="1950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этапами, стоимостью и сроками.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621B5-6200-4A98-BA65-4EAC3C98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D7C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059543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2026-10-06T21:46:50.5900000Z</dcterms:created>
  <dcterms:modified xsi:type="dcterms:W3CDTF">2026-10-06T21:46:50.5900000Z</dcterms:modified>
</coreProperties>
</file>