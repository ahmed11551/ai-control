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395bd52ef4f40" /><Relationship Type="http://schemas.openxmlformats.org/officeDocument/2006/relationships/extended-properties" Target="/docProps/app.xml" Id="R89fc755cfa9e4136" /><Relationship Type="http://schemas.openxmlformats.org/officeDocument/2006/relationships/officeDocument" Target="/ppt/presentation.xml" Id="Rd335f155fc854d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5cf80cf6a4a69"/>
  </p:sldMasterIdLst>
  <p:notesMasterIdLst>
    <p:notesMasterId xmlns:r="http://schemas.openxmlformats.org/officeDocument/2006/relationships" r:id="Rbaf23613215c4b51"/>
  </p:notesMasterIdLst>
  <p:sldIdLst>
    <p:sldId xmlns:r="http://schemas.openxmlformats.org/officeDocument/2006/relationships" id="256" r:id="Re9b058a3b4054174"/>
    <p:sldId xmlns:r="http://schemas.openxmlformats.org/officeDocument/2006/relationships" id="257" r:id="Rd51ff326222d4715"/>
    <p:sldId xmlns:r="http://schemas.openxmlformats.org/officeDocument/2006/relationships" id="258" r:id="Ra5112dbeb0ef4f56"/>
    <p:sldId xmlns:r="http://schemas.openxmlformats.org/officeDocument/2006/relationships" id="259" r:id="Rb268c53f63de413e"/>
    <p:sldId xmlns:r="http://schemas.openxmlformats.org/officeDocument/2006/relationships" id="260" r:id="R96015473bfb744e7"/>
    <p:sldId xmlns:r="http://schemas.openxmlformats.org/officeDocument/2006/relationships" id="261" r:id="Rbff3cedb5749425e"/>
    <p:sldId xmlns:r="http://schemas.openxmlformats.org/officeDocument/2006/relationships" id="262" r:id="Re61bf8a1882e450e"/>
    <p:sldId xmlns:r="http://schemas.openxmlformats.org/officeDocument/2006/relationships" id="263" r:id="R011590db593f4bab"/>
    <p:sldId xmlns:r="http://schemas.openxmlformats.org/officeDocument/2006/relationships" id="264" r:id="R43d18272620741e7"/>
    <p:sldId xmlns:r="http://schemas.openxmlformats.org/officeDocument/2006/relationships" id="265" r:id="R04b452f402fa4bde"/>
    <p:sldId xmlns:r="http://schemas.openxmlformats.org/officeDocument/2006/relationships" id="266" r:id="Rc54793b83203478d"/>
    <p:sldId xmlns:r="http://schemas.openxmlformats.org/officeDocument/2006/relationships" id="267" r:id="R5fefbb4ac1a842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16330226341e7" /><Relationship Type="http://schemas.openxmlformats.org/officeDocument/2006/relationships/slideMaster" Target="/ppt/slideMasters/slideMaster1.xml" Id="Rafd5cf80cf6a4a69" /><Relationship Type="http://schemas.openxmlformats.org/officeDocument/2006/relationships/notesMaster" Target="/ppt/notesMasters/notesMaster1.xml" Id="Rbaf23613215c4b51" /><Relationship Type="http://schemas.openxmlformats.org/officeDocument/2006/relationships/presProps" Target="/ppt/presProps.xml" Id="R05901635f08a4b80" /><Relationship Type="http://schemas.openxmlformats.org/officeDocument/2006/relationships/tableStyles" Target="/ppt/tableStyles.xml" Id="R2d8cffb696664380" /><Relationship Type="http://schemas.openxmlformats.org/officeDocument/2006/relationships/slide" Target="/ppt/slides/slide1.xml" Id="Re9b058a3b4054174" /><Relationship Type="http://schemas.openxmlformats.org/officeDocument/2006/relationships/slide" Target="/ppt/slides/slide2.xml" Id="Rd51ff326222d4715" /><Relationship Type="http://schemas.openxmlformats.org/officeDocument/2006/relationships/slide" Target="/ppt/slides/slide3.xml" Id="Ra5112dbeb0ef4f56" /><Relationship Type="http://schemas.openxmlformats.org/officeDocument/2006/relationships/slide" Target="/ppt/slides/slide4.xml" Id="Rb268c53f63de413e" /><Relationship Type="http://schemas.openxmlformats.org/officeDocument/2006/relationships/slide" Target="/ppt/slides/slide5.xml" Id="R96015473bfb744e7" /><Relationship Type="http://schemas.openxmlformats.org/officeDocument/2006/relationships/slide" Target="/ppt/slides/slide6.xml" Id="Rbff3cedb5749425e" /><Relationship Type="http://schemas.openxmlformats.org/officeDocument/2006/relationships/slide" Target="/ppt/slides/slide7.xml" Id="Re61bf8a1882e450e" /><Relationship Type="http://schemas.openxmlformats.org/officeDocument/2006/relationships/slide" Target="/ppt/slides/slide8.xml" Id="R011590db593f4bab" /><Relationship Type="http://schemas.openxmlformats.org/officeDocument/2006/relationships/slide" Target="/ppt/slides/slide9.xml" Id="R43d18272620741e7" /><Relationship Type="http://schemas.openxmlformats.org/officeDocument/2006/relationships/slide" Target="/ppt/slides/slide10.xml" Id="R04b452f402fa4bde" /><Relationship Type="http://schemas.openxmlformats.org/officeDocument/2006/relationships/slide" Target="/ppt/slides/slide11.xml" Id="Rc54793b83203478d" /><Relationship Type="http://schemas.openxmlformats.org/officeDocument/2006/relationships/slide" Target="/ppt/slides/slide12.xml" Id="R5fefbb4ac1a8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7e64b1349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46155797d4554" /><Relationship Type="http://schemas.openxmlformats.org/officeDocument/2006/relationships/notesMaster" Target="/ppt/notesMasters/notesMaster1.xml" Id="Re7905ae0efd049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4e962ffba74a2c" /><Relationship Type="http://schemas.openxmlformats.org/officeDocument/2006/relationships/notesMaster" Target="/ppt/notesMasters/notesMaster1.xml" Id="Re99bbdc8eaed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d77b26ad3f473f" /><Relationship Type="http://schemas.openxmlformats.org/officeDocument/2006/relationships/notesMaster" Target="/ppt/notesMasters/notesMaster1.xml" Id="R3837976a06cd41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e27f87db5a405b" /><Relationship Type="http://schemas.openxmlformats.org/officeDocument/2006/relationships/notesMaster" Target="/ppt/notesMasters/notesMaster1.xml" Id="Re62099701b2b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bd0b2c3424402" /><Relationship Type="http://schemas.openxmlformats.org/officeDocument/2006/relationships/notesMaster" Target="/ppt/notesMasters/notesMaster1.xml" Id="R4f5ba28eb84e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87b5fdfeba41fa" /><Relationship Type="http://schemas.openxmlformats.org/officeDocument/2006/relationships/notesMaster" Target="/ppt/notesMasters/notesMaster1.xml" Id="R705785b3bc304e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d42ee716a4906" /><Relationship Type="http://schemas.openxmlformats.org/officeDocument/2006/relationships/notesMaster" Target="/ppt/notesMasters/notesMaster1.xml" Id="R8be8770c46d845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f0acb56ca74f14" /><Relationship Type="http://schemas.openxmlformats.org/officeDocument/2006/relationships/notesMaster" Target="/ppt/notesMasters/notesMaster1.xml" Id="R14ba1061373342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59d98193104531" /><Relationship Type="http://schemas.openxmlformats.org/officeDocument/2006/relationships/notesMaster" Target="/ppt/notesMasters/notesMaster1.xml" Id="R671c8f71b0c249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a87cd27a62441e" /><Relationship Type="http://schemas.openxmlformats.org/officeDocument/2006/relationships/notesMaster" Target="/ppt/notesMasters/notesMaster1.xml" Id="R23aba586fef846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27b9f19a7946f8" /><Relationship Type="http://schemas.openxmlformats.org/officeDocument/2006/relationships/notesMaster" Target="/ppt/notesMasters/notesMaster1.xml" Id="R2878d440d16542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e5499f6c694c65" /><Relationship Type="http://schemas.openxmlformats.org/officeDocument/2006/relationships/notesMaster" Target="/ppt/notesMasters/notesMaster1.xml" Id="R12b67d6032d64c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9fbb19b1e49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2dea963e7845cd" /><Relationship Type="http://schemas.openxmlformats.org/officeDocument/2006/relationships/slideLayout" Target="/ppt/slideLayouts/slideLayout1.xml" Id="Rda3bb53b5ffe4d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bb53b5ffe4d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48b776764456e" /><Relationship Type="http://schemas.openxmlformats.org/officeDocument/2006/relationships/notesSlide" Target="/ppt/notesSlides/notesSlide1.xml" Id="R8576643d3386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dfd37e9a0447a" /><Relationship Type="http://schemas.openxmlformats.org/officeDocument/2006/relationships/notesSlide" Target="/ppt/notesSlides/notesSlide2.xml" Id="R3804fce8deab49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c5a3390ea43e5" /><Relationship Type="http://schemas.openxmlformats.org/officeDocument/2006/relationships/notesSlide" Target="/ppt/notesSlides/notesSlide3.xml" Id="R9f0c3af46026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8c03770df4a89" /><Relationship Type="http://schemas.openxmlformats.org/officeDocument/2006/relationships/notesSlide" Target="/ppt/notesSlides/notesSlide4.xml" Id="Rb7e97da4fa8d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6a0333c3548c9" /><Relationship Type="http://schemas.openxmlformats.org/officeDocument/2006/relationships/notesSlide" Target="/ppt/notesSlides/notesSlide5.xml" Id="Rde49615e41f842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113792f8b45ed" /><Relationship Type="http://schemas.openxmlformats.org/officeDocument/2006/relationships/notesSlide" Target="/ppt/notesSlides/notesSlide6.xml" Id="Rc9dac33c768d4e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8a0f343864fb7" /><Relationship Type="http://schemas.openxmlformats.org/officeDocument/2006/relationships/notesSlide" Target="/ppt/notesSlides/notesSlide7.xml" Id="R8bb150ab931840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6d4eb02b64c43" /><Relationship Type="http://schemas.openxmlformats.org/officeDocument/2006/relationships/notesSlide" Target="/ppt/notesSlides/notesSlide8.xml" Id="Rf6c4cd9aac34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88f2342d34d3c" /><Relationship Type="http://schemas.openxmlformats.org/officeDocument/2006/relationships/notesSlide" Target="/ppt/notesSlides/notesSlide9.xml" Id="R44b41076d19e4f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3b85d32364252" /><Relationship Type="http://schemas.openxmlformats.org/officeDocument/2006/relationships/notesSlide" Target="/ppt/notesSlides/notesSlide10.xml" Id="R7eb9c0b1663248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278140f33421b" /><Relationship Type="http://schemas.openxmlformats.org/officeDocument/2006/relationships/notesSlide" Target="/ppt/notesSlides/notesSlide11.xml" Id="Rb106e64fa2ac49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0d5e3cdf846ea" /><Relationship Type="http://schemas.openxmlformats.org/officeDocument/2006/relationships/notesSlide" Target="/ppt/notesSlides/notesSlide12.xml" Id="R10923d3a8e354a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F20CD-4041-49E0-804D-4F56EF96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E7A94-DB83-4502-BAD6-ED781685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Конструкция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FFDC8-B85B-4417-9CB1-1EAFFAB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программного обеспечения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бизнеса и государственных организаций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6C267-BFE5-434F-A6D2-86D2C131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3801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FC609-AC83-4014-9FD8-6FE90DE9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Команда полного цикла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ED92E-5CBA-41BE-AB89-BC5114EC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12 лет опыта разработки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56CFD-35BA-4A7B-9EF5-9AF9C296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6 специалистов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70503-0636-4750-BD1A-AF0EB72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Тимлид, frontend- и backend-разработчики, DevOps, дизайнер и специалист по продажам.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9141D-FB47-4C73-AAD2-7E847A3C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Единая команда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E801-77EE-4047-B82E-12AF116A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От анализа процессов и проектирования интерфейса до внедрения и сопровождения.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D691C-F14D-4C12-BCD2-2A4E9937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10161-3C7F-47EB-9BA7-42756B6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4063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EEBDF-C5C1-4D10-A872-85BC438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Направления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2BB4D-372D-4F87-A194-4B80C5BD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CRM и ERP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9D0F-5032-4B97-8936-26759D0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Заявки, продажи, склад, касса, KPI и управленческая аналитика.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2ADD1-81F7-471C-8FA3-57797D16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SaaS-платформы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CFB1D-262A-4A76-9723-BF46974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Несколько организаций, филиалы, разграничение доступа.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AA6CE-0E3E-475D-8034-6409311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Интеграции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186DC-EB9C-4E5F-BC3C-B86636C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1С, телефония, почта, сайты и платёжные системы.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915F1-751D-4351-BDF1-4C40CACA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Обучение и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472F4-64E5-47FC-A8A7-FE0FDE4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Образовательные приложения, чат-боты и AI/ML под задачи заказчика.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8703A-7EF4-4FA8-B6F8-BA8E5DF6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048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660F0-4B9F-4309-8188-A538D182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CRM для промышленного холдинга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B5095-E251-4BD9-87F1-C3369FC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Единая среда обработки входящих заявок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9B36C-4365-48F7-A1AA-BBAAC3D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FDCF2-B9D5-4243-85A0-B39BE55C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Организовать работу в изолированном контуре и автоматизировать распределение обращений.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B85BC-BF8D-472C-AB89-9775F9C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75D4-CFC8-46C1-80F0-6E1F7B2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Собственная CRM с интеграциями телефонии, почты и сайта. Распределение по отделам, руководителям и менеджерам.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A0897-EDA8-4C3C-BFCF-19C99E12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107D0-A734-4D93-AE92-B34F3D11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9893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2F8EE-FE37-4436-B4E3-5AD4B638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Рабочие процессы в одной системе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6B302-DA9D-4632-8A3C-D64ADB88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Обращения и коммуникации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98698-2F13-4962-A9A2-A0B24A9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Софтфон, журнал звонков, транскрипты и единый интерфейс диалогов.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200BE-B1A9-4FA2-9A2A-17A609F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Управление работой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635D4-12DC-4752-96E5-B052C96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Канбан, календарь, сроки, диаграмма Ганта и обсуждения задач.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BD7E8-6AA0-4D71-B516-338348DC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Найм и аналитика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0F5D3-9C11-400E-98F0-4221CE3E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Воронка кандидатов, отчёты по менеджерам, отделам и источникам.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F2D63-4BD4-427C-86DF-193AA3B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Контроль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30F11-A665-4443-A545-8AA9EDC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Ограничения доступа по IP и проверка сообщений по правилам AI Control / DLP.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EE70D-92F7-4125-8EEC-182C114D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Собственная разработка с интерфейсом, вдохновлённым UX Битрикс24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B1B38-F737-44F8-9BBA-9A39FBC9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53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272CA-B9D7-4B6A-B466-F8323169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Контроль доступа 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C3BE1-D87A-4B86-A2B4-931A3A35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Защита на нескольких уровнях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D3844-3745-4A8C-9D92-B743FD3F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Доступ к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A92AD-B1B0-4BF2-AC44-8C1377A7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Ограничения по IP дополняют авторизацию и правила доступа сотрудников.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D1CD2-DC67-4CBE-8FB4-E349609B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Контроль сообщений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71BCC-C052-49EE-B7C8-480F6765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Локальный модуль проверяет чувствительные данные, внешние ссылки и запрещённые фразы.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2DD8A-ADA6-4E2B-AAD8-F0E58134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В проекте предусмотрены шифрование и контроль защищённости. Конкретный состав средств защиты определяется требованиями контура.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1E9C4-F026-4310-AB6F-119FB57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7049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67DA3-FFE7-4360-87C0-92CD9B6A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Образовательное приложение МГИМО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F98FF-D79F-4F51-A532-A058FAF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Английский и испанский в контексте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международных отношений и дипломатии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D3535-FCBA-4758-82DC-AF44C1C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Учебные сценарии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65150-71E4-4680-9D2E-77A9369F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Флэш-карты, выбор перевода, сборка слова, аудирование и проверка произношения через микрофон.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347CD-5534-4531-9C2C-C4F41D2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Вовлечение студентов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972E9-57E8-44F3-B6C6-75C013C8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Тематические модули, XP, уровни, серия дней, дневная цель и прогресс. Интерфейс на русском и английском.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0E2B8-A3D1-44FF-96B2-4300BF14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80 студентов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433F5-3C4F-44E7-A53B-28D94BBB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49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зарегистрировались и начали обучение при тестовом запуске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A9CFF-6389-4294-BEEF-1C7895FA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Python, React,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C320F-200D-4973-B019-3E9A56C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267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D9BCB-EF09-4109-AD8B-75853050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2072-EB61-4B86-845D-136F3F2E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Заказ от входящего лида до акта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приёмки-передачи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3FD5D-A370-4169-A66F-1699EB7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Операционный контур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BFC4D-857F-4BA2-A79C-5A9F44A5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CRM, заказы, реестр автомобилей, склад с FIFO, закупки, инвентаризация и перемещения.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A68BA-4AAF-4F63-9C21-85DF85F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Финансовый контур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BF60-D618-4EEC-A3FF-46F89E27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POS, смены, скидки, несколько способов оплаты, выработка мастеров и правила мотивации.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EAF2-78D0-4EA5-B259-09769800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5D359-D198-4CF3-A39B-08809317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075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26A8B-3AB9-4EA1-9D5D-AEA141DC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Архитектура SaaS-платформы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18233-0512-4F05-8FD6-A28DC7BF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Организации и филиалы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49822-8A80-4242-8A9F-C3CBB4C9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Мультитенантность, RLS, роли и права доступа.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5A2AE-A51A-4D31-97B5-6D0966B7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Интеграция с 1С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10A8-4233-4AE5-BCA1-0327A2B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Обмен через CommerceML, настройки и журнал синхронизации.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7C317-8A27-405E-AC23-7FCA57BD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Контроль операций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F2F3D-3344-4622-8655-3FB4774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Аудит действий с фильтрами по пользователю, сущности и 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53C61-D1A9-46BA-B338-E1B94B6A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Дополнительные модули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FEE79-FC0C-4C4E-9A8D-B68EF44C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Экран очереди с обновлением через WebSocket и калькулятор ROI.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F489B-F24F-4147-A225-B82278F5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Результат: готовая платформа с демо-стендом и возможностью подключения новых организаций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DF594-DE1B-42AC-BCDE-63BC173E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0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F20B5-9C0B-4403-99C2-9917D5E5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Другие проекты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C21D2-B532-4689-B0FA-1B166C2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Инвестиционная карта ЧР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9F6D-27E2-46B1-95B8-5B043F7E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Сайт с интерактивной картой инвестиционных возможностей для Минэкономразвития и торговли Чеченской Республики.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4F819-D81C-4545-B2BA-30427D4E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Машэнергопром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79AD2-5CE8-4DF7-BDFD-987CF3D7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Корпоративный сайт для компании в сфере машиностроения и энергетики.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080F5-E564-4368-A53D-0F5CB6E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Здравоохранение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F2B9F-6014-42E0-BDC8-26AD8E91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Система учёта пациентов и записи через интерактивный терминал.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35B65-2A64-472C-992E-75225617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Яндекс Карты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28AB1-84FB-4C21-95D3-A446C238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Модуль отзывов с геолокацией для работы с картами.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2C638-6EE0-44BC-A291-815F74E4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2886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3FF88-4261-481D-ABBE-AFEB16E4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Организация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5297D-3767-4D5F-ADF6-FB6A0AF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01  Анализ и оценка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34C2C-B782-440A-9E93-320670A1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Обсуждаем процессы, пользователей, интеграции и ограничения.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7C08B-92E4-49B1-AC07-121212D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02  Согласование этапов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ADECF-9A6C-4318-9946-D2733AB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Фиксируем объём, результаты, критерии приёмки, стоимость и сроки.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35831-7C28-4DD8-87A7-A0C4471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03  Разработка и приёмка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5EBD5-8AD8-423B-A261-CEDD6585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Демонстрируем результат этапа, проводим проверку и принимаем обратную связь.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ECAB7-DDA4-46FE-96FC-13B2BD07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04  Внедрение и развитие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08893-3192-4A56-BA42-13D96B00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Согласовываем запуск, сопровождение и дальнейшие изменения.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775D8-3972-4D41-90B5-2E76406B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Поэтапная оплата: выполнение этапа, приёмка, оплата, следующий 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CA764-5E86-4AC9-818A-B2722F5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7261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03EC0-6C40-4C09-B885-6C7E034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DBA82-451E-4CC2-A7B5-96D841E2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Обсудим вашу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CB9BA-7E4E-44E6-B7AA-2642C2C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оценки проекта нужны описание процессов,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состав пользователей и список интеграций.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C8E22-FD4F-461A-857F-FC5E9B5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Подготовим предложение с составом работ,</a:t>
            </a:r>
          </a:p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этапами, стоимостью и сроками.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3F38C-8000-4DB3-A958-F05C0C21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1867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2026-10-06T20:39:28.1680000Z</dcterms:created>
  <dcterms:modified xsi:type="dcterms:W3CDTF">2026-10-06T20:39:28.1680000Z</dcterms:modified>
</coreProperties>
</file>