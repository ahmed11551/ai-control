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0a39e390654c7b" /><Relationship Type="http://schemas.openxmlformats.org/officeDocument/2006/relationships/extended-properties" Target="/docProps/app.xml" Id="R7536a25a7ed54977" /><Relationship Type="http://schemas.openxmlformats.org/officeDocument/2006/relationships/officeDocument" Target="/ppt/presentation.xml" Id="Rac3542b5cf454e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15faf37b9240d1"/>
  </p:sldMasterIdLst>
  <p:notesMasterIdLst>
    <p:notesMasterId xmlns:r="http://schemas.openxmlformats.org/officeDocument/2006/relationships" r:id="R4fc9042470184fd6"/>
  </p:notesMasterIdLst>
  <p:sldIdLst>
    <p:sldId xmlns:r="http://schemas.openxmlformats.org/officeDocument/2006/relationships" id="256" r:id="R4ffffd68f813454c"/>
    <p:sldId xmlns:r="http://schemas.openxmlformats.org/officeDocument/2006/relationships" id="257" r:id="Rbdd062daba1c477f"/>
    <p:sldId xmlns:r="http://schemas.openxmlformats.org/officeDocument/2006/relationships" id="258" r:id="Rfa809aea01e24a00"/>
    <p:sldId xmlns:r="http://schemas.openxmlformats.org/officeDocument/2006/relationships" id="259" r:id="R70d8ad0fb9f5424d"/>
    <p:sldId xmlns:r="http://schemas.openxmlformats.org/officeDocument/2006/relationships" id="260" r:id="Rbf9c8ec79df64615"/>
    <p:sldId xmlns:r="http://schemas.openxmlformats.org/officeDocument/2006/relationships" id="261" r:id="R67f09629216e4afc"/>
    <p:sldId xmlns:r="http://schemas.openxmlformats.org/officeDocument/2006/relationships" id="262" r:id="R4a73364c9a9e4f88"/>
    <p:sldId xmlns:r="http://schemas.openxmlformats.org/officeDocument/2006/relationships" id="263" r:id="Rdee6887b448f42f8"/>
    <p:sldId xmlns:r="http://schemas.openxmlformats.org/officeDocument/2006/relationships" id="264" r:id="R464239a4daac4ee4"/>
    <p:sldId xmlns:r="http://schemas.openxmlformats.org/officeDocument/2006/relationships" id="265" r:id="Rb04281e2f7cc4859"/>
    <p:sldId xmlns:r="http://schemas.openxmlformats.org/officeDocument/2006/relationships" id="266" r:id="R226b63b891f84ab7"/>
    <p:sldId xmlns:r="http://schemas.openxmlformats.org/officeDocument/2006/relationships" id="267" r:id="R4d4f83327d00440f"/>
    <p:sldId xmlns:r="http://schemas.openxmlformats.org/officeDocument/2006/relationships" id="268" r:id="Rfcde41620d9a4a0b"/>
    <p:sldId xmlns:r="http://schemas.openxmlformats.org/officeDocument/2006/relationships" id="269" r:id="R8de964a84bdd4647"/>
    <p:sldId xmlns:r="http://schemas.openxmlformats.org/officeDocument/2006/relationships" id="270" r:id="R26efc6321bb44cef"/>
    <p:sldId xmlns:r="http://schemas.openxmlformats.org/officeDocument/2006/relationships" id="271" r:id="R6ea5464f8d23455a"/>
    <p:sldId xmlns:r="http://schemas.openxmlformats.org/officeDocument/2006/relationships" id="272" r:id="R963a245987df4341"/>
    <p:sldId xmlns:r="http://schemas.openxmlformats.org/officeDocument/2006/relationships" id="273" r:id="Reb2f3ba8ffb04416"/>
    <p:sldId xmlns:r="http://schemas.openxmlformats.org/officeDocument/2006/relationships" id="274" r:id="Rf4f64a1454c444fa"/>
    <p:sldId xmlns:r="http://schemas.openxmlformats.org/officeDocument/2006/relationships" id="275" r:id="R7217d85ec8994b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d637eb3ff54f40" /><Relationship Type="http://schemas.openxmlformats.org/officeDocument/2006/relationships/slideMaster" Target="/ppt/slideMasters/slideMaster1.xml" Id="R3a15faf37b9240d1" /><Relationship Type="http://schemas.openxmlformats.org/officeDocument/2006/relationships/notesMaster" Target="/ppt/notesMasters/notesMaster1.xml" Id="R4fc9042470184fd6" /><Relationship Type="http://schemas.openxmlformats.org/officeDocument/2006/relationships/presProps" Target="/ppt/presProps.xml" Id="R1b49040a3d1d4d50" /><Relationship Type="http://schemas.openxmlformats.org/officeDocument/2006/relationships/tableStyles" Target="/ppt/tableStyles.xml" Id="R6624b419759d4853" /><Relationship Type="http://schemas.openxmlformats.org/officeDocument/2006/relationships/slide" Target="/ppt/slides/slide1.xml" Id="R4ffffd68f813454c" /><Relationship Type="http://schemas.openxmlformats.org/officeDocument/2006/relationships/slide" Target="/ppt/slides/slide2.xml" Id="Rbdd062daba1c477f" /><Relationship Type="http://schemas.openxmlformats.org/officeDocument/2006/relationships/slide" Target="/ppt/slides/slide3.xml" Id="Rfa809aea01e24a00" /><Relationship Type="http://schemas.openxmlformats.org/officeDocument/2006/relationships/slide" Target="/ppt/slides/slide4.xml" Id="R70d8ad0fb9f5424d" /><Relationship Type="http://schemas.openxmlformats.org/officeDocument/2006/relationships/slide" Target="/ppt/slides/slide5.xml" Id="Rbf9c8ec79df64615" /><Relationship Type="http://schemas.openxmlformats.org/officeDocument/2006/relationships/slide" Target="/ppt/slides/slide6.xml" Id="R67f09629216e4afc" /><Relationship Type="http://schemas.openxmlformats.org/officeDocument/2006/relationships/slide" Target="/ppt/slides/slide7.xml" Id="R4a73364c9a9e4f88" /><Relationship Type="http://schemas.openxmlformats.org/officeDocument/2006/relationships/slide" Target="/ppt/slides/slide8.xml" Id="Rdee6887b448f42f8" /><Relationship Type="http://schemas.openxmlformats.org/officeDocument/2006/relationships/slide" Target="/ppt/slides/slide9.xml" Id="R464239a4daac4ee4" /><Relationship Type="http://schemas.openxmlformats.org/officeDocument/2006/relationships/slide" Target="/ppt/slides/slide10.xml" Id="Rb04281e2f7cc4859" /><Relationship Type="http://schemas.openxmlformats.org/officeDocument/2006/relationships/slide" Target="/ppt/slides/slide11.xml" Id="R226b63b891f84ab7" /><Relationship Type="http://schemas.openxmlformats.org/officeDocument/2006/relationships/slide" Target="/ppt/slides/slide12.xml" Id="R4d4f83327d00440f" /><Relationship Type="http://schemas.openxmlformats.org/officeDocument/2006/relationships/slide" Target="/ppt/slides/slide13.xml" Id="Rfcde41620d9a4a0b" /><Relationship Type="http://schemas.openxmlformats.org/officeDocument/2006/relationships/slide" Target="/ppt/slides/slide14.xml" Id="R8de964a84bdd4647" /><Relationship Type="http://schemas.openxmlformats.org/officeDocument/2006/relationships/slide" Target="/ppt/slides/slide15.xml" Id="R26efc6321bb44cef" /><Relationship Type="http://schemas.openxmlformats.org/officeDocument/2006/relationships/slide" Target="/ppt/slides/slide16.xml" Id="R6ea5464f8d23455a" /><Relationship Type="http://schemas.openxmlformats.org/officeDocument/2006/relationships/slide" Target="/ppt/slides/slide17.xml" Id="R963a245987df4341" /><Relationship Type="http://schemas.openxmlformats.org/officeDocument/2006/relationships/slide" Target="/ppt/slides/slide18.xml" Id="Reb2f3ba8ffb04416" /><Relationship Type="http://schemas.openxmlformats.org/officeDocument/2006/relationships/slide" Target="/ppt/slides/slide19.xml" Id="Rf4f64a1454c444fa" /><Relationship Type="http://schemas.openxmlformats.org/officeDocument/2006/relationships/slide" Target="/ppt/slides/slide20.xml" Id="R7217d85ec8994b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a918c3b12d4c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ca33a1a8c846eb" /><Relationship Type="http://schemas.openxmlformats.org/officeDocument/2006/relationships/notesMaster" Target="/ppt/notesMasters/notesMaster1.xml" Id="R5a74af9c48874d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a152011d774156" /><Relationship Type="http://schemas.openxmlformats.org/officeDocument/2006/relationships/notesMaster" Target="/ppt/notesMasters/notesMaster1.xml" Id="Rcfc2572157cd45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223a2aaabc41bc" /><Relationship Type="http://schemas.openxmlformats.org/officeDocument/2006/relationships/notesMaster" Target="/ppt/notesMasters/notesMaster1.xml" Id="R9726076fb7c342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e37d1b5ff64e3c" /><Relationship Type="http://schemas.openxmlformats.org/officeDocument/2006/relationships/notesMaster" Target="/ppt/notesMasters/notesMaster1.xml" Id="R94e5dfe0e97a45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0ab08795a34b37" /><Relationship Type="http://schemas.openxmlformats.org/officeDocument/2006/relationships/notesMaster" Target="/ppt/notesMasters/notesMaster1.xml" Id="Rc468bb24c22f41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0ae5588cb546f7" /><Relationship Type="http://schemas.openxmlformats.org/officeDocument/2006/relationships/notesMaster" Target="/ppt/notesMasters/notesMaster1.xml" Id="R7241aa487f7941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211edfdcb5475f" /><Relationship Type="http://schemas.openxmlformats.org/officeDocument/2006/relationships/notesMaster" Target="/ppt/notesMasters/notesMaster1.xml" Id="R17e8c1284bcf4f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0b2ed85a3c4605" /><Relationship Type="http://schemas.openxmlformats.org/officeDocument/2006/relationships/notesMaster" Target="/ppt/notesMasters/notesMaster1.xml" Id="R102f1789206f4c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8f2168b39d40bf" /><Relationship Type="http://schemas.openxmlformats.org/officeDocument/2006/relationships/notesMaster" Target="/ppt/notesMasters/notesMaster1.xml" Id="R1e273bbd444243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774d2e1f2a4663" /><Relationship Type="http://schemas.openxmlformats.org/officeDocument/2006/relationships/notesMaster" Target="/ppt/notesMasters/notesMaster1.xml" Id="Reb9516f2628c49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30f40beb66409d" /><Relationship Type="http://schemas.openxmlformats.org/officeDocument/2006/relationships/notesMaster" Target="/ppt/notesMasters/notesMaster1.xml" Id="R84e4a1d94c2447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a3b1697a3b4410" /><Relationship Type="http://schemas.openxmlformats.org/officeDocument/2006/relationships/notesMaster" Target="/ppt/notesMasters/notesMaster1.xml" Id="R1070ec716fa646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947a9803b84dbb" /><Relationship Type="http://schemas.openxmlformats.org/officeDocument/2006/relationships/notesMaster" Target="/ppt/notesMasters/notesMaster1.xml" Id="R01715baf766942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1f123d07404aa9" /><Relationship Type="http://schemas.openxmlformats.org/officeDocument/2006/relationships/notesMaster" Target="/ppt/notesMasters/notesMaster1.xml" Id="Rc64e47f171c14f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4ba1728e704a07" /><Relationship Type="http://schemas.openxmlformats.org/officeDocument/2006/relationships/notesMaster" Target="/ppt/notesMasters/notesMaster1.xml" Id="Rb8f62481c9d24f8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81a1bc9065410e" /><Relationship Type="http://schemas.openxmlformats.org/officeDocument/2006/relationships/notesMaster" Target="/ppt/notesMasters/notesMaster1.xml" Id="Rcdc15f59becf43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558ef1dfdf49d0" /><Relationship Type="http://schemas.openxmlformats.org/officeDocument/2006/relationships/notesMaster" Target="/ppt/notesMasters/notesMaster1.xml" Id="Rde2321b6825042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11a1e6c06246cb" /><Relationship Type="http://schemas.openxmlformats.org/officeDocument/2006/relationships/notesMaster" Target="/ppt/notesMasters/notesMaster1.xml" Id="R77678bfbb0624e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1953010b2604362" /><Relationship Type="http://schemas.openxmlformats.org/officeDocument/2006/relationships/notesMaster" Target="/ppt/notesMasters/notesMaster1.xml" Id="R4077defbaca542c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d58fc8fb9694cd0" /><Relationship Type="http://schemas.openxmlformats.org/officeDocument/2006/relationships/notesMaster" Target="/ppt/notesMasters/notesMaster1.xml" Id="R750929a3d89e4d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3343629bc47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d4c66894924940" /><Relationship Type="http://schemas.openxmlformats.org/officeDocument/2006/relationships/slideLayout" Target="/ppt/slideLayouts/slideLayout1.xml" Id="R374f06b2f69846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4f06b2f69846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02cab8d9d4683" /><Relationship Type="http://schemas.openxmlformats.org/officeDocument/2006/relationships/notesSlide" Target="/ppt/notesSlides/notesSlide1.xml" Id="Rbf2854794dd548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5fc6987474b12" /><Relationship Type="http://schemas.openxmlformats.org/officeDocument/2006/relationships/notesSlide" Target="/ppt/notesSlides/notesSlide2.xml" Id="R1a131ea9397c49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e25d062ca4292" /><Relationship Type="http://schemas.openxmlformats.org/officeDocument/2006/relationships/notesSlide" Target="/ppt/notesSlides/notesSlide3.xml" Id="R5fb39a7e37e145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40ced6442478d" /><Relationship Type="http://schemas.openxmlformats.org/officeDocument/2006/relationships/notesSlide" Target="/ppt/notesSlides/notesSlide4.xml" Id="Rab401fc1e02144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7315b8678418d" /><Relationship Type="http://schemas.openxmlformats.org/officeDocument/2006/relationships/notesSlide" Target="/ppt/notesSlides/notesSlide5.xml" Id="R9e877c7796454b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d819d92fc4901" /><Relationship Type="http://schemas.openxmlformats.org/officeDocument/2006/relationships/notesSlide" Target="/ppt/notesSlides/notesSlide6.xml" Id="R43ce87fe26c04b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1ac05c1584a05" /><Relationship Type="http://schemas.openxmlformats.org/officeDocument/2006/relationships/image" Target="/ppt/media/image.jpeg" Id="R7b763fcbc66e4990" /><Relationship Type="http://schemas.openxmlformats.org/officeDocument/2006/relationships/image" Target="/ppt/media/image2.jpeg" Id="R6f9320da295842df" /><Relationship Type="http://schemas.openxmlformats.org/officeDocument/2006/relationships/notesSlide" Target="/ppt/notesSlides/notesSlide7.xml" Id="Reaf224a6f6bb49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348bea1ed40e5" /><Relationship Type="http://schemas.openxmlformats.org/officeDocument/2006/relationships/image" Target="/ppt/media/image3.jpeg" Id="Rebdec81e716842fd" /><Relationship Type="http://schemas.openxmlformats.org/officeDocument/2006/relationships/image" Target="/ppt/media/image4.jpeg" Id="R8f9dfd27fde842dc" /><Relationship Type="http://schemas.openxmlformats.org/officeDocument/2006/relationships/notesSlide" Target="/ppt/notesSlides/notesSlide8.xml" Id="R0968923c4ad442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3a24854004378" /><Relationship Type="http://schemas.openxmlformats.org/officeDocument/2006/relationships/image" Target="/ppt/media/image5.jpeg" Id="R4744cf5bcf584707" /><Relationship Type="http://schemas.openxmlformats.org/officeDocument/2006/relationships/image" Target="/ppt/media/image6.jpeg" Id="R5463a91b9e344385" /><Relationship Type="http://schemas.openxmlformats.org/officeDocument/2006/relationships/notesSlide" Target="/ppt/notesSlides/notesSlide9.xml" Id="R0faa1d53129041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0610ed52e4133" /><Relationship Type="http://schemas.openxmlformats.org/officeDocument/2006/relationships/notesSlide" Target="/ppt/notesSlides/notesSlide10.xml" Id="Rc227045b877c4f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20febdaca4df7" /><Relationship Type="http://schemas.openxmlformats.org/officeDocument/2006/relationships/notesSlide" Target="/ppt/notesSlides/notesSlide11.xml" Id="R917cd2b8e6f94c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dd901508d47b7" /><Relationship Type="http://schemas.openxmlformats.org/officeDocument/2006/relationships/notesSlide" Target="/ppt/notesSlides/notesSlide12.xml" Id="Rbc06035c956e46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9318bdacc4edd" /><Relationship Type="http://schemas.openxmlformats.org/officeDocument/2006/relationships/image" Target="/ppt/media/image7.jpeg" Id="Rf469f06b4b2346ff" /><Relationship Type="http://schemas.openxmlformats.org/officeDocument/2006/relationships/image" Target="/ppt/media/image8.jpeg" Id="R801e5fbdd6124e58" /><Relationship Type="http://schemas.openxmlformats.org/officeDocument/2006/relationships/notesSlide" Target="/ppt/notesSlides/notesSlide13.xml" Id="Rdd2cbc10575e47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8dfeab531432e" /><Relationship Type="http://schemas.openxmlformats.org/officeDocument/2006/relationships/image" Target="/ppt/media/image9.jpeg" Id="R632f19514faa4346" /><Relationship Type="http://schemas.openxmlformats.org/officeDocument/2006/relationships/image" Target="/ppt/media/image10.jpeg" Id="Rf8b2a6321b2d477e" /><Relationship Type="http://schemas.openxmlformats.org/officeDocument/2006/relationships/notesSlide" Target="/ppt/notesSlides/notesSlide14.xml" Id="R4ac0251aecca47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4d885cb904eb9" /><Relationship Type="http://schemas.openxmlformats.org/officeDocument/2006/relationships/image" Target="/ppt/media/image11.jpeg" Id="Re60f65f272ed41fb" /><Relationship Type="http://schemas.openxmlformats.org/officeDocument/2006/relationships/image" Target="/ppt/media/image12.jpeg" Id="R973bb4c369874b8a" /><Relationship Type="http://schemas.openxmlformats.org/officeDocument/2006/relationships/notesSlide" Target="/ppt/notesSlides/notesSlide15.xml" Id="Ra059462e1d754d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caf4e85984d23" /><Relationship Type="http://schemas.openxmlformats.org/officeDocument/2006/relationships/image" Target="/ppt/media/image13.jpeg" Id="R0b28db58bda74269" /><Relationship Type="http://schemas.openxmlformats.org/officeDocument/2006/relationships/image" Target="/ppt/media/image14.jpeg" Id="Rf9a256511e384533" /><Relationship Type="http://schemas.openxmlformats.org/officeDocument/2006/relationships/notesSlide" Target="/ppt/notesSlides/notesSlide16.xml" Id="Re7a486bb9d49436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2a2dd3d0749af" /><Relationship Type="http://schemas.openxmlformats.org/officeDocument/2006/relationships/image" Target="/ppt/media/image15.jpeg" Id="R5754f449b9e34ccc" /><Relationship Type="http://schemas.openxmlformats.org/officeDocument/2006/relationships/image" Target="/ppt/media/image16.jpeg" Id="R9c1e31f9985341f2" /><Relationship Type="http://schemas.openxmlformats.org/officeDocument/2006/relationships/notesSlide" Target="/ppt/notesSlides/notesSlide17.xml" Id="Ra5c91b39838447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c5c461b344338" /><Relationship Type="http://schemas.openxmlformats.org/officeDocument/2006/relationships/notesSlide" Target="/ppt/notesSlides/notesSlide18.xml" Id="Rf89db51c250841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7d8193aba4ec4" /><Relationship Type="http://schemas.openxmlformats.org/officeDocument/2006/relationships/notesSlide" Target="/ppt/notesSlides/notesSlide19.xml" Id="R6551d75a2f3742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d71c731154500" /><Relationship Type="http://schemas.openxmlformats.org/officeDocument/2006/relationships/notesSlide" Target="/ppt/notesSlides/notesSlide20.xml" Id="R10745c25efcb49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691A4-DAEB-42A6-97E5-FBC2D30F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ООО «Конструкция Решений»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0B3FC-B149-4129-BF3B-5EC05B41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Конструкция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5F08C-293C-4E9A-8F0D-A805BF33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Разработка программного обеспечения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бизнеса и государственных организаций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D5C51-8494-435F-80F9-F750B9AA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7404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2A9BC-08CC-4F52-A9CB-6483DC17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Команда полного цикла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ADD12-2B43-465A-8008-3AE99BD0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12 лет опыта разработки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3B2C2-512A-4797-B254-1F9B7B0D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6 специалистов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F65CB-FC7C-4D14-846C-D07F75D3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Тимлид, frontend- и backend-разработчики, DevOps, дизайнер и специалист по продажам.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62FD8-6CE2-40EE-8DDB-7EA15AC2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Единая команда проекта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43640-63C9-4989-8384-B22AFDAB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От анализа процессов и проектирования интерфейса до внедрения и сопровождения.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43E46-157E-4665-87B2-F0E5765A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ООО «Конструкция Решений»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82B3E-35AA-4AA3-A84E-7479A45E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8361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6C88C-E50A-43DE-9B1F-B039629B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Направления разработки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87E3E-504F-4005-859F-BC191B87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CRM и ERP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04B10-6B5F-4574-AB09-BC399049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Заявки, продажи, склад, касса, KPI и управленческая аналитика.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BE6FE-19F1-4CE2-8B92-544204A8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SaaS-платформы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50D34-9058-4281-BA9D-C6B215A0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Несколько организаций, филиалы, разграничение доступа.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48B1C-79AA-4737-B262-C741B8D0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Интеграции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57394-A52A-423F-93B7-A2384A7D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1С, телефония, почта, сайты и платёжные системы.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81711-ED35-47FA-BE62-62CE4EF2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Обучение и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9B514-F71B-4BB9-A754-9EC5D0B5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Образовательные приложения, чат-боты и AI/ML под задачи заказчика.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169DC-A794-4E57-9661-A54A1929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4859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4A4AE-0EE0-477E-9BEC-F7963402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CRM для промышленного холдинга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B678F-E77D-44ED-AD8C-F03CAC47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Единая среда обработки входящих заявок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9D4B3-3CA6-480B-B50F-57928AB8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Задача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97C49-E535-421E-B7BC-24B33877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Организовать работу в изолированном контуре и автоматизировать распределение обращений.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D7042-9291-44E9-9451-59FD8D1D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833AD-4694-461B-BA7C-6489D736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Собственная CRM с интеграциями телефонии, почты и сайта. Распределение по отделам, руководителям и менеджерам.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1F1C3-5266-4D1F-80DD-DCD3217D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Python / Django, React, PostgreSQL, Redis, WebSocket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43AAA-E1E3-454E-AF9D-789B5227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5955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DEB27-3326-4A5B-8A59-DACF102B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Рабочие процессы в одной системе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FF2B7-F623-4388-A207-EB4EA911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Обращения и коммуникации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5C55B-3ADA-4E24-B01C-EF27FFF2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Софтфон, журнал звонков, транскрипты и единый интерфейс диалогов.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1370A-539D-4E40-B6DD-249B62E8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Управление работой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7DCEC-7930-4ABB-8FCF-498A24B1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Канбан, календарь, сроки, диаграмма Ганта и обсуждения задач.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44D45-27D2-4C65-9C07-53CBAE52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Найм и аналитика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3D3D3-1387-4118-87BE-F4E57BC1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Воронка кандидатов, отчёты по менеджерам, отделам и источникам.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84DD6-F0DF-49DA-9E0C-7ADFDC2E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Контроль данных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10291-A1E3-4D45-91BD-F8B8F2BC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Ограничения доступа по IP и проверка сообщений по правилам AI Control / DLP.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73F3C-C10D-4439-ACF4-B44244D9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Собственная разработка с интерфейсом, вдохновлённым UX Битрикс24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C6964-162F-408E-9E7B-5894AE6C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23659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AEFB1-FF60-4E77-B1A9-BC2F792A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Контроль доступа 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E118B-B6EE-4BC4-B758-4AAC7CD8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Защита на нескольких уровнях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46335-81B5-47C3-B7D4-4F5CBE0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Доступ к системе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84C94-CFAB-4044-852E-A96A2162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Ограничения по IP дополняют авторизацию и правила доступа сотрудников.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D8623-1E92-47AD-8DB4-FD6AC475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Контроль сообщений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3F36E-452D-4D0E-974D-4034ACC5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Локальный модуль проверяет чувствительные данные, внешние ссылки и запрещённые фразы.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9926C-B237-44EB-8BD7-DC9F051D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В проекте предусмотрены шифрование и контроль защищённости. Конкретный состав средств защиты определяется требованиями контура.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25F26-C0B1-4724-B4DA-017D811D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49114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7F7AC-C424-4D83-BAD9-80403263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CRM: найм и распределение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7B510-723D-405E-B139-4E895C61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Воронка адаптации кандидатов и правила распределения заявок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63fcbc66e4990"/>
          <a:stretch xmlns:a="http://schemas.openxmlformats.org/drawingml/2006/main"/>
        </p:blipFill>
        <p:spPr>
          <a:xfrm xmlns:a="http://schemas.openxmlformats.org/drawingml/2006/main">
            <a:off x="685800" y="2172139"/>
            <a:ext cx="5276850" cy="310427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E1F93-0C1E-4564-8F74-DE424F81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Воронка адаптации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320da295842df"/>
          <a:stretch xmlns:a="http://schemas.openxmlformats.org/drawingml/2006/main"/>
        </p:blipFill>
        <p:spPr>
          <a:xfrm xmlns:a="http://schemas.openxmlformats.org/drawingml/2006/main">
            <a:off x="6229350" y="2172139"/>
            <a:ext cx="5276850" cy="31042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D3364-EDB3-4364-9EC0-93413210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Распределение заявок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0BC28-EF1B-4491-A8B8-042E9BD8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Экраны предоставлены командой проекта. Значения на экранах не являются метриками внедрения.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0DBD1-1F38-4A26-A4B1-DB1E5665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24880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2A740-5C8D-4726-BE26-93D4A9C4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CRM: коммуникации и аналитика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4D463-CA9E-478E-9468-251F876A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Единый интерфейс диалогов и отчёты по работе команды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ec81e716842fd"/>
          <a:stretch xmlns:a="http://schemas.openxmlformats.org/drawingml/2006/main"/>
        </p:blipFill>
        <p:spPr>
          <a:xfrm xmlns:a="http://schemas.openxmlformats.org/drawingml/2006/main">
            <a:off x="685800" y="2172139"/>
            <a:ext cx="5276850" cy="310427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AB74C-C966-43D4-A6AB-75160355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Мессенджер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dfd27fde842dc"/>
          <a:stretch xmlns:a="http://schemas.openxmlformats.org/drawingml/2006/main"/>
        </p:blipFill>
        <p:spPr>
          <a:xfrm xmlns:a="http://schemas.openxmlformats.org/drawingml/2006/main">
            <a:off x="6229350" y="2060830"/>
            <a:ext cx="5276850" cy="332688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F1952-F0F6-4891-B618-C60EEF5C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Аналитика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66066-78A6-4ACE-9903-E5D0CB30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Экраны предоставлены командой проекта. Значения на экранах не являются метриками внедрения.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B6378-CAA2-4924-B17A-9F1857F1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71020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AB79F-D84E-4EA1-9D5B-8DA65797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CRM: контроль доступа и сообщений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B7CD2-9309-4B5B-ACE8-3871F791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Ограничения по IP и локальные политики AI Control / DLP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4cf5bcf584707"/>
          <a:stretch xmlns:a="http://schemas.openxmlformats.org/drawingml/2006/main"/>
        </p:blipFill>
        <p:spPr>
          <a:xfrm xmlns:a="http://schemas.openxmlformats.org/drawingml/2006/main">
            <a:off x="685800" y="2060830"/>
            <a:ext cx="5276850" cy="332688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A3088-5F50-4667-8AB0-5E866B9A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Доступ по IP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3a91b9e344385"/>
          <a:stretch xmlns:a="http://schemas.openxmlformats.org/drawingml/2006/main"/>
        </p:blipFill>
        <p:spPr>
          <a:xfrm xmlns:a="http://schemas.openxmlformats.org/drawingml/2006/main">
            <a:off x="6229350" y="2060830"/>
            <a:ext cx="5276850" cy="332688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E8B58-AFEC-48FB-BA0B-9F3BA5DA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AI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2F4F9-C24C-4804-81E1-F4078344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Экраны предоставлены командой проекта. Значения на экранах не являются метриками внедрения.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AD133-53AB-48A2-A581-7E7AE586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276908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5B064-C0AC-4D75-89DA-4823A155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Образовательное приложение МГИМО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23503-D9E8-49E8-8952-50706E74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Английский и испанский в контексте</a:t>
            </a:r>
          </a:p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международных отношений и дипломатии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07E0A-ABB0-4CA5-9F0D-3F2994BB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Учебные сценарии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4062A-0975-44BC-9E2C-E234BB6A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Флэш-карты, выбор перевода, сборка слова, аудирование и проверка произношения через микрофон.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63A87-DA7A-49AD-9725-E0E59DD6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Вовлечение студентов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99A3E-054E-4194-A603-8F6BB7D8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Тематические модули, XP, уровни, серия дней, дневная цель и прогресс. Интерфейс на русском и английском.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0CC0E-06E1-4EB7-8378-56CF9162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80 студентов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41C95-6F31-4DC2-B96F-2770DF10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14950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зарегистрировались и начали обучение при тестовом запуске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68CF1-76D2-4442-86E3-6EF1090A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Python, React, TypeScript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765B3-E464-486E-B9FC-5F0F8A90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88887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50BA7-DFD5-4E46-9741-24E7FEB1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ERP/CRM для автобизнеса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13C11-C815-4257-A078-1C825E84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Заказ от входящего лида до акта</a:t>
            </a:r>
          </a:p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приёмки-передачи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19F45-F981-4EB1-BBA2-8887352F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Операционный контур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7A262-65EF-40DC-BBEC-D74179F5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CRM, заказы, реестр автомобилей, склад с FIFO, закупки, инвентаризация и перемещения.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FA60A-6AC6-4157-9421-95E19111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Финансовый контур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CE715-FB7E-447E-9D15-6F007F89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POS, смены, скидки, несколько способов оплаты, выработка мастеров и правила мотивации.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62EDF-F75B-4397-9B11-70637138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Python / Django, React, PostgreSQL, Redis, WebSocket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5870D-00DB-4E70-9468-F7BEB86F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76609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826B1-71B1-4E5A-A169-A859E11B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Архитектура SaaS-платформы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368A3-09CC-432A-85CB-E15B8986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Организации и филиалы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B7D57-6438-459C-9362-C7B01A81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Мультитенантность, RLS, роли и права доступа.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A848A-4B54-46FD-A9D7-8F6B5F9A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Интеграция с 1С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87FC1-E9D8-49DF-B3BA-3CF97F24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Обмен через CommerceML, настройки и журнал синхронизации.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E7117-1FD3-4FA1-A4B0-40A90070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Контроль операций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2A4E5-58B8-4E53-859D-0D04D257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Аудит действий с фильтрами по пользователю, сущности и 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7E126-B30B-4776-AEE9-5C94482D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Дополнительные модули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1FA02-1AE2-427A-91DF-41BCB465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Экран очереди с обновлением через WebSocket и калькулятор ROI.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E0E52-9A62-4680-B1A4-2D983F3C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Результат: готовая платформа с демо-стендом и возможностью подключения новых организаций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C8D49-D6A4-450F-8B9A-E734EB93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169825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B8887-1016-43AA-A26A-087371C5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ERP: управление заказами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D78D6-1A4F-471B-8F80-77D8CF86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Сводка по точкам и реестр заказов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9f06b4b2346ff"/>
          <a:stretch xmlns:a="http://schemas.openxmlformats.org/drawingml/2006/main"/>
        </p:blipFill>
        <p:spPr>
          <a:xfrm xmlns:a="http://schemas.openxmlformats.org/drawingml/2006/main">
            <a:off x="685800" y="2398879"/>
            <a:ext cx="5276850" cy="265079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89816-15AF-4E61-928A-D0DFA23F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Дашборд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e5fbdd6124e58"/>
          <a:stretch xmlns:a="http://schemas.openxmlformats.org/drawingml/2006/main"/>
        </p:blipFill>
        <p:spPr>
          <a:xfrm xmlns:a="http://schemas.openxmlformats.org/drawingml/2006/main">
            <a:off x="6229350" y="2398879"/>
            <a:ext cx="5276850" cy="265079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33957-12C9-4DD4-8941-84B3BA9B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Заказы и продажи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D62E6-813D-410E-913A-D539AABB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Экраны предоставлены командой проекта. Значения на экранах не являются метриками внедрения.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772C1-30BB-46CA-B0D2-7B51F79D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650015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D9656-3B01-47E1-91ED-3C93E96D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ERP: клиенты и склад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0FBF7-AB1D-49FE-844F-BE88D634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CRM и учёт товарных остатков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f19514faa4346"/>
          <a:stretch xmlns:a="http://schemas.openxmlformats.org/drawingml/2006/main"/>
        </p:blipFill>
        <p:spPr>
          <a:xfrm xmlns:a="http://schemas.openxmlformats.org/drawingml/2006/main">
            <a:off x="685800" y="2398879"/>
            <a:ext cx="5276850" cy="265079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BF09B-7BC9-4AF9-96C4-1B0F32E8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CRM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2a6321b2d477e"/>
          <a:stretch xmlns:a="http://schemas.openxmlformats.org/drawingml/2006/main"/>
        </p:blipFill>
        <p:spPr>
          <a:xfrm xmlns:a="http://schemas.openxmlformats.org/drawingml/2006/main">
            <a:off x="6229350" y="2398879"/>
            <a:ext cx="5276850" cy="265079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1481F-C33D-405D-9C64-C82B678A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Склад и остатки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5657A-1BFC-44F3-A943-DF33C895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Экраны предоставлены командой проекта. Значения на экранах не являются метриками внедрения.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B9835-E20A-4186-8E90-AE4C8170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096987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98421-355C-4160-A78A-D61E4B7D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ERP: касса и мотивация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1393C-25E7-410C-8489-5038EFCD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POS-терминал и показатели выработки мастеров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f65f272ed41fb"/>
          <a:stretch xmlns:a="http://schemas.openxmlformats.org/drawingml/2006/main"/>
        </p:blipFill>
        <p:spPr>
          <a:xfrm xmlns:a="http://schemas.openxmlformats.org/drawingml/2006/main">
            <a:off x="685800" y="2398879"/>
            <a:ext cx="5276850" cy="265079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5A362-B9C6-427A-81D9-CD357EB5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POS терминал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bb4c369874b8a"/>
          <a:stretch xmlns:a="http://schemas.openxmlformats.org/drawingml/2006/main"/>
        </p:blipFill>
        <p:spPr>
          <a:xfrm xmlns:a="http://schemas.openxmlformats.org/drawingml/2006/main">
            <a:off x="6229350" y="2398879"/>
            <a:ext cx="5276850" cy="265079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8A991-3E60-452C-B163-9B2A46F7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Выработка и KPI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143FA-595B-44C7-B28E-567CEAEA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Экраны предоставлены командой проекта. Значения на экранах не являются метриками внедрения.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43DE3-399A-45EB-A2C3-94EDE53F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550314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1AEA9-172E-44D7-83DC-FE46B141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ERP: интеграции и аудит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B27D4-99D0-457E-B38C-E83B94DD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Настройки обмена с 1С и журнал действий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8db58bda74269"/>
          <a:stretch xmlns:a="http://schemas.openxmlformats.org/drawingml/2006/main"/>
        </p:blipFill>
        <p:spPr>
          <a:xfrm xmlns:a="http://schemas.openxmlformats.org/drawingml/2006/main">
            <a:off x="685800" y="2398879"/>
            <a:ext cx="5276850" cy="265079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04BFA-F413-4C73-BCBE-FD986D6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Интеграция 1С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256511e384533"/>
          <a:stretch xmlns:a="http://schemas.openxmlformats.org/drawingml/2006/main"/>
        </p:blipFill>
        <p:spPr>
          <a:xfrm xmlns:a="http://schemas.openxmlformats.org/drawingml/2006/main">
            <a:off x="6229350" y="2398879"/>
            <a:ext cx="5276850" cy="265079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E2F0B-659D-4B75-99DA-D2B3E754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Аудит действий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6A234-B3E3-480A-AA6B-82CEB5D8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Экраны предоставлены командой проекта. Значения на экранах не являются метриками внедрения.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0406D-BFBB-4A34-BD49-F19EC3C3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382980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1B69E-9EBA-4D18-8D7F-670B1214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ERP: очередь и расчёт эффекта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B9249-7A73-4D90-8974-E34A912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Экран очереди и интерактивный калькулятор ROI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4f449b9e34ccc"/>
          <a:stretch xmlns:a="http://schemas.openxmlformats.org/drawingml/2006/main"/>
        </p:blipFill>
        <p:spPr>
          <a:xfrm xmlns:a="http://schemas.openxmlformats.org/drawingml/2006/main">
            <a:off x="685800" y="2398879"/>
            <a:ext cx="5276850" cy="265079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E7EA5-131F-4573-A836-CC766C27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Экран очереди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e31f9985341f2"/>
          <a:stretch xmlns:a="http://schemas.openxmlformats.org/drawingml/2006/main"/>
        </p:blipFill>
        <p:spPr>
          <a:xfrm xmlns:a="http://schemas.openxmlformats.org/drawingml/2006/main">
            <a:off x="6229350" y="2398879"/>
            <a:ext cx="5276850" cy="265079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F1CA9-C029-43C2-B87D-B4BA1B8B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388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Калькулятор ROI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21417-55F8-46CC-9503-20212C7B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Экраны предоставлены командой проекта. Значения на экранах не являются метриками внедрения.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53487-769F-414B-AA5E-E17A39D1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926268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9FB1E-2FAC-46F3-A0D1-72874330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Другие проекты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ACA91-4958-4988-99E9-B2159510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Инвестиционная карта ЧР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02E23-4600-4E18-825F-0CE9ED58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Сайт с интерактивной картой инвестиционных возможностей для Минэкономразвития и торговли Чеченской Республики.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24397-CCFA-41F8-9D9F-46AB9A11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Машэнергопром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E2B27-F8C4-481B-A160-B8F6892E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Корпоративный сайт для компании в сфере машиностроения и энергетики.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FB259-BC20-4C7D-8F65-AEDF03AB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Здравоохранение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0594B-A2F9-4644-B9D9-6E48A2CE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Система учёта пациентов и записи через интерактивный терминал.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EEAFB-1859-48C5-9DE9-C3EB110D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Яндекс Карты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B96CA-4D21-49A8-AFFA-286C4639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Модуль отзывов с геолокацией для работы с картами.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19536-78AA-48B6-AE5C-C880D752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848001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AFC79-6C8F-4623-8E20-04C7B4C4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Организация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914BA-ED37-41AC-8E85-B3AA8C71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01  Анализ и оценка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EEAD9-5E78-4930-8C47-CAFD1F3A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Обсуждаем процессы, пользователей, интеграции и ограничения.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F00CE-E48D-401A-B6C0-D09C2BBA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02  Согласование этапов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8FBA4-308A-43A6-B905-CF62E4D7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Фиксируем объём, результаты, критерии приёмки, стоимость и сроки.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8A8E9-8EAE-4979-876D-139F2E99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03  Разработка и приёмка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A2AE2-619E-4BD3-A285-E6CE67C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Демонстрируем результат этапа, проводим проверку и принимаем обратную связь.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CB4A4-B6FD-49BE-9265-3EF5CC17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04  Внедрение и развитие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6A7D3-5B1B-44FA-91EA-1B78769E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Согласовываем запуск, сопровождение и дальнейшие изменения.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55340-929E-4642-B31D-8688B4BC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Поэтапная оплата: выполнение этапа, приёмка, оплата, следующий 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3F323-30A4-4B84-ADFB-759FA92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673678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FB333-7206-4D59-BFAD-AE0516B8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ООО «Конструкция Решений»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BFC8A-27D8-4B5A-803A-268E2A14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Обсудим вашу задачу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A23DE-DF56-47AC-986E-3F6888A2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оценки проекта нужны описание процессов,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состав пользователей и список интеграций.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0F3ED-FD9A-4522-864A-EBA86B2B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Подготовим предложение с составом работ,</a:t>
            </a:r>
          </a:p>
          <a:p xmlns:a="http://schemas.openxmlformats.org/drawingml/2006/main">
            <a:pPr>
              <a:defRPr sz="1950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этапами, стоимостью и сроками.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9BC53-421B-4383-A41F-B7517530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17339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2026-10-06T20:57:02.6440000Z</dcterms:created>
  <dcterms:modified xsi:type="dcterms:W3CDTF">2026-10-06T20:57:02.6440000Z</dcterms:modified>
</coreProperties>
</file>